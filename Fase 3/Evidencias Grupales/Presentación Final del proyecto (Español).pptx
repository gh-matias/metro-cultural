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Arimo"/>
      <p:regular r:id="rId20"/>
      <p:bold r:id="rId21"/>
      <p:italic r:id="rId22"/>
      <p:boldItalic r:id="rId23"/>
    </p:embeddedFont>
    <p:embeddedFont>
      <p:font typeface="Ultra"/>
      <p:regular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gqF/Rf6UtM3YOM3KhxvFzx6mKA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regular.fntdata"/><Relationship Id="rId22" Type="http://schemas.openxmlformats.org/officeDocument/2006/relationships/font" Target="fonts/Arimo-italic.fntdata"/><Relationship Id="rId21" Type="http://schemas.openxmlformats.org/officeDocument/2006/relationships/font" Target="fonts/Arimo-bold.fntdata"/><Relationship Id="rId24" Type="http://schemas.openxmlformats.org/officeDocument/2006/relationships/font" Target="fonts/Ultra-regular.fntdata"/><Relationship Id="rId23" Type="http://schemas.openxmlformats.org/officeDocument/2006/relationships/font" Target="fonts/Arim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3" name="Google Shape;51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a3fd261eb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g3a3fd261eba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3fd261eb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7" name="Google Shape;547;g3a3fd261eba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adb6af788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4" name="Google Shape;564;g3adb6af788f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5" name="Google Shape;58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841cbad73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5" name="Google Shape;605;g3841cbad731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841cbad731_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3" name="Google Shape;703;g3841cbad731_4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2" name="Google Shape;72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1" name="Google Shape;74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3fd261eb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5" name="Google Shape;785;g3a3fd261eba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1" Type="http://schemas.openxmlformats.org/officeDocument/2006/relationships/image" Target="../media/image16.png"/><Relationship Id="rId10" Type="http://schemas.openxmlformats.org/officeDocument/2006/relationships/image" Target="../media/image9.png"/><Relationship Id="rId9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://www.youtube.com/watch?v=MM9aLJYgtf0" TargetMode="External"/><Relationship Id="rId6" Type="http://schemas.openxmlformats.org/officeDocument/2006/relationships/image" Target="../media/image1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63818" y="4237007"/>
            <a:ext cx="3754092" cy="2068259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1"/>
          <p:cNvGrpSpPr/>
          <p:nvPr/>
        </p:nvGrpSpPr>
        <p:grpSpPr>
          <a:xfrm>
            <a:off x="11846255" y="5486401"/>
            <a:ext cx="6441745" cy="3886200"/>
            <a:chOff x="4683750" y="2574250"/>
            <a:chExt cx="4466625" cy="1978850"/>
          </a:xfrm>
        </p:grpSpPr>
        <p:sp>
          <p:nvSpPr>
            <p:cNvPr id="86" name="Google Shape;86;p1"/>
            <p:cNvSpPr/>
            <p:nvPr/>
          </p:nvSpPr>
          <p:spPr>
            <a:xfrm>
              <a:off x="5909175" y="2577600"/>
              <a:ext cx="3241200" cy="1975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" name="Google Shape;87;p1"/>
            <p:cNvGrpSpPr/>
            <p:nvPr/>
          </p:nvGrpSpPr>
          <p:grpSpPr>
            <a:xfrm>
              <a:off x="4683750" y="2574250"/>
              <a:ext cx="4460258" cy="1944238"/>
              <a:chOff x="4683750" y="2574250"/>
              <a:chExt cx="4460258" cy="1944238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6038238" y="2574250"/>
                <a:ext cx="1882269" cy="1944238"/>
              </a:xfrm>
              <a:custGeom>
                <a:rect b="b" l="l" r="r" t="t"/>
                <a:pathLst>
                  <a:path extrusionOk="0" h="12142" w="11755">
                    <a:moveTo>
                      <a:pt x="0" y="1"/>
                    </a:moveTo>
                    <a:lnTo>
                      <a:pt x="0" y="12142"/>
                    </a:lnTo>
                    <a:lnTo>
                      <a:pt x="11754" y="12142"/>
                    </a:lnTo>
                    <a:lnTo>
                      <a:pt x="117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7920333" y="2815076"/>
                <a:ext cx="1223675" cy="1703410"/>
              </a:xfrm>
              <a:custGeom>
                <a:rect b="b" l="l" r="r" t="t"/>
                <a:pathLst>
                  <a:path extrusionOk="0" h="10638" w="7642">
                    <a:moveTo>
                      <a:pt x="0" y="0"/>
                    </a:moveTo>
                    <a:lnTo>
                      <a:pt x="0" y="10638"/>
                    </a:lnTo>
                    <a:lnTo>
                      <a:pt x="7641" y="10638"/>
                    </a:lnTo>
                    <a:lnTo>
                      <a:pt x="7641" y="35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908858" y="2574250"/>
                <a:ext cx="1882430" cy="1944238"/>
              </a:xfrm>
              <a:custGeom>
                <a:rect b="b" l="l" r="r" t="t"/>
                <a:pathLst>
                  <a:path extrusionOk="0" h="12142" w="11756">
                    <a:moveTo>
                      <a:pt x="1" y="1"/>
                    </a:moveTo>
                    <a:lnTo>
                      <a:pt x="1" y="12142"/>
                    </a:lnTo>
                    <a:lnTo>
                      <a:pt x="11755" y="12142"/>
                    </a:lnTo>
                    <a:lnTo>
                      <a:pt x="117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071864" y="2986729"/>
                <a:ext cx="1558176" cy="1529994"/>
              </a:xfrm>
              <a:custGeom>
                <a:rect b="b" l="l" r="r" t="t"/>
                <a:pathLst>
                  <a:path extrusionOk="0" h="9555" w="9731">
                    <a:moveTo>
                      <a:pt x="4854" y="443"/>
                    </a:moveTo>
                    <a:cubicBezTo>
                      <a:pt x="7298" y="443"/>
                      <a:pt x="9266" y="2423"/>
                      <a:pt x="9278" y="4855"/>
                    </a:cubicBezTo>
                    <a:lnTo>
                      <a:pt x="9278" y="9123"/>
                    </a:lnTo>
                    <a:lnTo>
                      <a:pt x="442" y="9123"/>
                    </a:lnTo>
                    <a:lnTo>
                      <a:pt x="442" y="4855"/>
                    </a:lnTo>
                    <a:cubicBezTo>
                      <a:pt x="442" y="2423"/>
                      <a:pt x="2422" y="443"/>
                      <a:pt x="4854" y="443"/>
                    </a:cubicBezTo>
                    <a:close/>
                    <a:moveTo>
                      <a:pt x="4875" y="1"/>
                    </a:moveTo>
                    <a:cubicBezTo>
                      <a:pt x="4868" y="1"/>
                      <a:pt x="4861" y="1"/>
                      <a:pt x="4854" y="1"/>
                    </a:cubicBezTo>
                    <a:cubicBezTo>
                      <a:pt x="2179" y="1"/>
                      <a:pt x="0" y="2179"/>
                      <a:pt x="0" y="4855"/>
                    </a:cubicBezTo>
                    <a:lnTo>
                      <a:pt x="0" y="9555"/>
                    </a:lnTo>
                    <a:lnTo>
                      <a:pt x="9731" y="9555"/>
                    </a:lnTo>
                    <a:lnTo>
                      <a:pt x="9731" y="4855"/>
                    </a:lnTo>
                    <a:cubicBezTo>
                      <a:pt x="9731" y="2175"/>
                      <a:pt x="7553" y="1"/>
                      <a:pt x="48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6142638" y="3057824"/>
                <a:ext cx="942176" cy="1458899"/>
              </a:xfrm>
              <a:custGeom>
                <a:rect b="b" l="l" r="r" t="t"/>
                <a:pathLst>
                  <a:path extrusionOk="0" h="9111" w="5884">
                    <a:moveTo>
                      <a:pt x="4411" y="1"/>
                    </a:moveTo>
                    <a:cubicBezTo>
                      <a:pt x="2067" y="1"/>
                      <a:pt x="0" y="1891"/>
                      <a:pt x="0" y="4411"/>
                    </a:cubicBezTo>
                    <a:lnTo>
                      <a:pt x="0" y="9111"/>
                    </a:lnTo>
                    <a:lnTo>
                      <a:pt x="2931" y="9111"/>
                    </a:lnTo>
                    <a:lnTo>
                      <a:pt x="2931" y="4411"/>
                    </a:lnTo>
                    <a:cubicBezTo>
                      <a:pt x="2931" y="2542"/>
                      <a:pt x="4114" y="873"/>
                      <a:pt x="5883" y="254"/>
                    </a:cubicBezTo>
                    <a:cubicBezTo>
                      <a:pt x="5391" y="81"/>
                      <a:pt x="4895" y="1"/>
                      <a:pt x="441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6611801" y="3098336"/>
                <a:ext cx="945698" cy="1418387"/>
              </a:xfrm>
              <a:custGeom>
                <a:rect b="b" l="l" r="r" t="t"/>
                <a:pathLst>
                  <a:path extrusionOk="0" h="8858" w="5906">
                    <a:moveTo>
                      <a:pt x="2953" y="1"/>
                    </a:moveTo>
                    <a:cubicBezTo>
                      <a:pt x="1184" y="620"/>
                      <a:pt x="1" y="2289"/>
                      <a:pt x="1" y="4158"/>
                    </a:cubicBezTo>
                    <a:lnTo>
                      <a:pt x="1" y="8858"/>
                    </a:lnTo>
                    <a:lnTo>
                      <a:pt x="5906" y="8858"/>
                    </a:lnTo>
                    <a:lnTo>
                      <a:pt x="5906" y="4158"/>
                    </a:lnTo>
                    <a:cubicBezTo>
                      <a:pt x="5894" y="2289"/>
                      <a:pt x="4711" y="620"/>
                      <a:pt x="2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7791114" y="2815076"/>
                <a:ext cx="1223515" cy="1703410"/>
              </a:xfrm>
              <a:custGeom>
                <a:rect b="b" l="l" r="r" t="t"/>
                <a:pathLst>
                  <a:path extrusionOk="0" h="10638" w="7641">
                    <a:moveTo>
                      <a:pt x="0" y="0"/>
                    </a:moveTo>
                    <a:lnTo>
                      <a:pt x="0" y="10638"/>
                    </a:lnTo>
                    <a:lnTo>
                      <a:pt x="7641" y="10638"/>
                    </a:lnTo>
                    <a:lnTo>
                      <a:pt x="7641" y="35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4683750" y="2815076"/>
                <a:ext cx="1225277" cy="1703410"/>
              </a:xfrm>
              <a:custGeom>
                <a:rect b="b" l="l" r="r" t="t"/>
                <a:pathLst>
                  <a:path extrusionOk="0" h="10638" w="7652">
                    <a:moveTo>
                      <a:pt x="7652" y="0"/>
                    </a:moveTo>
                    <a:lnTo>
                      <a:pt x="0" y="3594"/>
                    </a:lnTo>
                    <a:lnTo>
                      <a:pt x="0" y="10638"/>
                    </a:lnTo>
                    <a:lnTo>
                      <a:pt x="7652" y="10638"/>
                    </a:lnTo>
                    <a:lnTo>
                      <a:pt x="765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683750" y="2574250"/>
                <a:ext cx="4330901" cy="1944238"/>
              </a:xfrm>
              <a:custGeom>
                <a:rect b="b" l="l" r="r" t="t"/>
                <a:pathLst>
                  <a:path extrusionOk="0" h="12142" w="27047">
                    <a:moveTo>
                      <a:pt x="7652" y="1"/>
                    </a:moveTo>
                    <a:lnTo>
                      <a:pt x="7652" y="1504"/>
                    </a:lnTo>
                    <a:lnTo>
                      <a:pt x="0" y="5098"/>
                    </a:lnTo>
                    <a:lnTo>
                      <a:pt x="0" y="12142"/>
                    </a:lnTo>
                    <a:lnTo>
                      <a:pt x="708" y="12142"/>
                    </a:lnTo>
                    <a:lnTo>
                      <a:pt x="708" y="11445"/>
                    </a:lnTo>
                    <a:lnTo>
                      <a:pt x="708" y="5551"/>
                    </a:lnTo>
                    <a:lnTo>
                      <a:pt x="7950" y="2135"/>
                    </a:lnTo>
                    <a:lnTo>
                      <a:pt x="8360" y="1947"/>
                    </a:lnTo>
                    <a:lnTo>
                      <a:pt x="8360" y="1504"/>
                    </a:lnTo>
                    <a:lnTo>
                      <a:pt x="8360" y="708"/>
                    </a:lnTo>
                    <a:lnTo>
                      <a:pt x="18698" y="708"/>
                    </a:lnTo>
                    <a:lnTo>
                      <a:pt x="18698" y="1504"/>
                    </a:lnTo>
                    <a:lnTo>
                      <a:pt x="18698" y="1947"/>
                    </a:lnTo>
                    <a:lnTo>
                      <a:pt x="19108" y="2135"/>
                    </a:lnTo>
                    <a:lnTo>
                      <a:pt x="26350" y="5551"/>
                    </a:lnTo>
                    <a:lnTo>
                      <a:pt x="26350" y="11445"/>
                    </a:lnTo>
                    <a:lnTo>
                      <a:pt x="26350" y="12142"/>
                    </a:lnTo>
                    <a:lnTo>
                      <a:pt x="27047" y="12142"/>
                    </a:lnTo>
                    <a:lnTo>
                      <a:pt x="27047" y="5098"/>
                    </a:lnTo>
                    <a:lnTo>
                      <a:pt x="19406" y="1504"/>
                    </a:lnTo>
                    <a:lnTo>
                      <a:pt x="194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6528697" y="2753108"/>
                <a:ext cx="132904" cy="51400"/>
              </a:xfrm>
              <a:custGeom>
                <a:rect b="b" l="l" r="r" t="t"/>
                <a:pathLst>
                  <a:path extrusionOk="0" h="321" w="830">
                    <a:moveTo>
                      <a:pt x="0" y="0"/>
                    </a:moveTo>
                    <a:lnTo>
                      <a:pt x="0" y="321"/>
                    </a:lnTo>
                    <a:lnTo>
                      <a:pt x="829" y="321"/>
                    </a:lnTo>
                    <a:lnTo>
                      <a:pt x="829" y="0"/>
                    </a:lnTo>
                    <a:close/>
                  </a:path>
                </a:pathLst>
              </a:custGeom>
              <a:solidFill>
                <a:srgbClr val="47322F">
                  <a:alpha val="6392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6728692" y="2753108"/>
                <a:ext cx="134665" cy="51400"/>
              </a:xfrm>
              <a:custGeom>
                <a:rect b="b" l="l" r="r" t="t"/>
                <a:pathLst>
                  <a:path extrusionOk="0" h="321" w="841">
                    <a:moveTo>
                      <a:pt x="1" y="0"/>
                    </a:moveTo>
                    <a:lnTo>
                      <a:pt x="1" y="321"/>
                    </a:lnTo>
                    <a:lnTo>
                      <a:pt x="841" y="321"/>
                    </a:lnTo>
                    <a:lnTo>
                      <a:pt x="841" y="0"/>
                    </a:lnTo>
                    <a:close/>
                  </a:path>
                </a:pathLst>
              </a:custGeom>
              <a:solidFill>
                <a:srgbClr val="47322F">
                  <a:alpha val="6392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7615778" y="3174555"/>
                <a:ext cx="134665" cy="51400"/>
              </a:xfrm>
              <a:custGeom>
                <a:rect b="b" l="l" r="r" t="t"/>
                <a:pathLst>
                  <a:path extrusionOk="0" h="321" w="841">
                    <a:moveTo>
                      <a:pt x="0" y="0"/>
                    </a:moveTo>
                    <a:lnTo>
                      <a:pt x="0" y="321"/>
                    </a:lnTo>
                    <a:lnTo>
                      <a:pt x="841" y="321"/>
                    </a:lnTo>
                    <a:lnTo>
                      <a:pt x="841" y="0"/>
                    </a:lnTo>
                    <a:close/>
                  </a:path>
                </a:pathLst>
              </a:custGeom>
              <a:solidFill>
                <a:srgbClr val="47322F">
                  <a:alpha val="6392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7815773" y="3174555"/>
                <a:ext cx="134825" cy="51400"/>
              </a:xfrm>
              <a:custGeom>
                <a:rect b="b" l="l" r="r" t="t"/>
                <a:pathLst>
                  <a:path extrusionOk="0" h="321" w="842">
                    <a:moveTo>
                      <a:pt x="1" y="0"/>
                    </a:moveTo>
                    <a:lnTo>
                      <a:pt x="1" y="321"/>
                    </a:lnTo>
                    <a:lnTo>
                      <a:pt x="841" y="321"/>
                    </a:lnTo>
                    <a:lnTo>
                      <a:pt x="8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8014166" y="3174555"/>
                <a:ext cx="134665" cy="51400"/>
              </a:xfrm>
              <a:custGeom>
                <a:rect b="b" l="l" r="r" t="t"/>
                <a:pathLst>
                  <a:path extrusionOk="0" h="321" w="841">
                    <a:moveTo>
                      <a:pt x="0" y="0"/>
                    </a:moveTo>
                    <a:lnTo>
                      <a:pt x="0" y="321"/>
                    </a:lnTo>
                    <a:lnTo>
                      <a:pt x="841" y="321"/>
                    </a:lnTo>
                    <a:lnTo>
                      <a:pt x="8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7815773" y="3841951"/>
                <a:ext cx="134825" cy="51560"/>
              </a:xfrm>
              <a:custGeom>
                <a:rect b="b" l="l" r="r" t="t"/>
                <a:pathLst>
                  <a:path extrusionOk="0" h="322" w="842">
                    <a:moveTo>
                      <a:pt x="1" y="1"/>
                    </a:moveTo>
                    <a:lnTo>
                      <a:pt x="1" y="321"/>
                    </a:lnTo>
                    <a:lnTo>
                      <a:pt x="841" y="321"/>
                    </a:lnTo>
                    <a:lnTo>
                      <a:pt x="8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8612549" y="3841951"/>
                <a:ext cx="134825" cy="51560"/>
              </a:xfrm>
              <a:custGeom>
                <a:rect b="b" l="l" r="r" t="t"/>
                <a:pathLst>
                  <a:path extrusionOk="0" h="322" w="842">
                    <a:moveTo>
                      <a:pt x="1" y="1"/>
                    </a:moveTo>
                    <a:lnTo>
                      <a:pt x="1" y="321"/>
                    </a:lnTo>
                    <a:lnTo>
                      <a:pt x="841" y="321"/>
                    </a:lnTo>
                    <a:lnTo>
                      <a:pt x="8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8679961" y="3765892"/>
                <a:ext cx="134665" cy="51400"/>
              </a:xfrm>
              <a:custGeom>
                <a:rect b="b" l="l" r="r" t="t"/>
                <a:pathLst>
                  <a:path extrusionOk="0" h="321" w="841">
                    <a:moveTo>
                      <a:pt x="0" y="0"/>
                    </a:moveTo>
                    <a:lnTo>
                      <a:pt x="0" y="321"/>
                    </a:lnTo>
                    <a:lnTo>
                      <a:pt x="840" y="321"/>
                    </a:lnTo>
                    <a:lnTo>
                      <a:pt x="84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8014166" y="3841951"/>
                <a:ext cx="134665" cy="51560"/>
              </a:xfrm>
              <a:custGeom>
                <a:rect b="b" l="l" r="r" t="t"/>
                <a:pathLst>
                  <a:path extrusionOk="0" h="322" w="841">
                    <a:moveTo>
                      <a:pt x="0" y="1"/>
                    </a:moveTo>
                    <a:lnTo>
                      <a:pt x="0" y="321"/>
                    </a:lnTo>
                    <a:lnTo>
                      <a:pt x="841" y="321"/>
                    </a:lnTo>
                    <a:lnTo>
                      <a:pt x="8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7723701" y="3098336"/>
                <a:ext cx="65811" cy="51560"/>
              </a:xfrm>
              <a:custGeom>
                <a:rect b="b" l="l" r="r" t="t"/>
                <a:pathLst>
                  <a:path extrusionOk="0" h="322" w="411">
                    <a:moveTo>
                      <a:pt x="1" y="1"/>
                    </a:moveTo>
                    <a:lnTo>
                      <a:pt x="1" y="321"/>
                    </a:lnTo>
                    <a:lnTo>
                      <a:pt x="410" y="321"/>
                    </a:lnTo>
                    <a:lnTo>
                      <a:pt x="410" y="1"/>
                    </a:lnTo>
                    <a:close/>
                  </a:path>
                </a:pathLst>
              </a:custGeom>
              <a:solidFill>
                <a:srgbClr val="47322F">
                  <a:alpha val="6392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7791114" y="3098336"/>
                <a:ext cx="67413" cy="51560"/>
              </a:xfrm>
              <a:custGeom>
                <a:rect b="b" l="l" r="r" t="t"/>
                <a:pathLst>
                  <a:path extrusionOk="0" h="322" w="421">
                    <a:moveTo>
                      <a:pt x="0" y="1"/>
                    </a:moveTo>
                    <a:lnTo>
                      <a:pt x="0" y="321"/>
                    </a:lnTo>
                    <a:lnTo>
                      <a:pt x="420" y="321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5962019" y="3046936"/>
                <a:ext cx="132904" cy="51560"/>
              </a:xfrm>
              <a:custGeom>
                <a:rect b="b" l="l" r="r" t="t"/>
                <a:pathLst>
                  <a:path extrusionOk="0" h="322" w="830">
                    <a:moveTo>
                      <a:pt x="1" y="1"/>
                    </a:moveTo>
                    <a:lnTo>
                      <a:pt x="1" y="322"/>
                    </a:lnTo>
                    <a:lnTo>
                      <a:pt x="830" y="322"/>
                    </a:lnTo>
                    <a:lnTo>
                      <a:pt x="830" y="1"/>
                    </a:lnTo>
                    <a:close/>
                  </a:path>
                </a:pathLst>
              </a:custGeom>
              <a:solidFill>
                <a:srgbClr val="47322F">
                  <a:alpha val="6392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6162174" y="3046936"/>
                <a:ext cx="134665" cy="51560"/>
              </a:xfrm>
              <a:custGeom>
                <a:rect b="b" l="l" r="r" t="t"/>
                <a:pathLst>
                  <a:path extrusionOk="0" h="322" w="841">
                    <a:moveTo>
                      <a:pt x="0" y="1"/>
                    </a:moveTo>
                    <a:lnTo>
                      <a:pt x="0" y="322"/>
                    </a:lnTo>
                    <a:lnTo>
                      <a:pt x="841" y="322"/>
                    </a:lnTo>
                    <a:lnTo>
                      <a:pt x="841" y="1"/>
                    </a:lnTo>
                    <a:close/>
                  </a:path>
                </a:pathLst>
              </a:custGeom>
              <a:solidFill>
                <a:srgbClr val="47322F">
                  <a:alpha val="6392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6070102" y="2970877"/>
                <a:ext cx="132904" cy="51560"/>
              </a:xfrm>
              <a:custGeom>
                <a:rect b="b" l="l" r="r" t="t"/>
                <a:pathLst>
                  <a:path extrusionOk="0" h="322" w="830">
                    <a:moveTo>
                      <a:pt x="0" y="0"/>
                    </a:moveTo>
                    <a:lnTo>
                      <a:pt x="0" y="321"/>
                    </a:lnTo>
                    <a:lnTo>
                      <a:pt x="829" y="321"/>
                    </a:lnTo>
                    <a:lnTo>
                      <a:pt x="829" y="0"/>
                    </a:lnTo>
                    <a:close/>
                  </a:path>
                </a:pathLst>
              </a:custGeom>
              <a:solidFill>
                <a:srgbClr val="47322F">
                  <a:alpha val="6392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5841606" y="3650763"/>
                <a:ext cx="67413" cy="51560"/>
              </a:xfrm>
              <a:custGeom>
                <a:rect b="b" l="l" r="r" t="t"/>
                <a:pathLst>
                  <a:path extrusionOk="0" h="322" w="421">
                    <a:moveTo>
                      <a:pt x="1" y="0"/>
                    </a:moveTo>
                    <a:lnTo>
                      <a:pt x="1" y="321"/>
                    </a:lnTo>
                    <a:lnTo>
                      <a:pt x="421" y="321"/>
                    </a:lnTo>
                    <a:lnTo>
                      <a:pt x="42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908858" y="3650763"/>
                <a:ext cx="67573" cy="51560"/>
              </a:xfrm>
              <a:custGeom>
                <a:rect b="b" l="l" r="r" t="t"/>
                <a:pathLst>
                  <a:path extrusionOk="0" h="322" w="422">
                    <a:moveTo>
                      <a:pt x="1" y="0"/>
                    </a:moveTo>
                    <a:lnTo>
                      <a:pt x="1" y="321"/>
                    </a:lnTo>
                    <a:lnTo>
                      <a:pt x="421" y="321"/>
                    </a:lnTo>
                    <a:lnTo>
                      <a:pt x="421" y="0"/>
                    </a:lnTo>
                    <a:close/>
                  </a:path>
                </a:pathLst>
              </a:custGeom>
              <a:solidFill>
                <a:srgbClr val="47322F">
                  <a:alpha val="6392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6176264" y="3310820"/>
                <a:ext cx="49799" cy="1207663"/>
              </a:xfrm>
              <a:custGeom>
                <a:rect b="b" l="l" r="r" t="t"/>
                <a:pathLst>
                  <a:path extrusionOk="0" h="7542" w="311">
                    <a:moveTo>
                      <a:pt x="1" y="0"/>
                    </a:moveTo>
                    <a:lnTo>
                      <a:pt x="1" y="7542"/>
                    </a:lnTo>
                    <a:lnTo>
                      <a:pt x="310" y="7542"/>
                    </a:lnTo>
                    <a:lnTo>
                      <a:pt x="3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6153207" y="4247385"/>
                <a:ext cx="95755" cy="271092"/>
              </a:xfrm>
              <a:custGeom>
                <a:rect b="b" l="l" r="r" t="t"/>
                <a:pathLst>
                  <a:path extrusionOk="0" h="1693" w="598">
                    <a:moveTo>
                      <a:pt x="1" y="1"/>
                    </a:moveTo>
                    <a:lnTo>
                      <a:pt x="1" y="1693"/>
                    </a:lnTo>
                    <a:lnTo>
                      <a:pt x="598" y="1693"/>
                    </a:lnTo>
                    <a:lnTo>
                      <a:pt x="5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6176264" y="4095107"/>
                <a:ext cx="49799" cy="85186"/>
              </a:xfrm>
              <a:custGeom>
                <a:rect b="b" l="l" r="r" t="t"/>
                <a:pathLst>
                  <a:path extrusionOk="0" h="532" w="311">
                    <a:moveTo>
                      <a:pt x="1" y="1"/>
                    </a:moveTo>
                    <a:lnTo>
                      <a:pt x="1" y="532"/>
                    </a:lnTo>
                    <a:lnTo>
                      <a:pt x="310" y="532"/>
                    </a:lnTo>
                    <a:lnTo>
                      <a:pt x="31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6176264" y="3919932"/>
                <a:ext cx="49799" cy="86948"/>
              </a:xfrm>
              <a:custGeom>
                <a:rect b="b" l="l" r="r" t="t"/>
                <a:pathLst>
                  <a:path extrusionOk="0" h="543" w="311">
                    <a:moveTo>
                      <a:pt x="1" y="0"/>
                    </a:moveTo>
                    <a:lnTo>
                      <a:pt x="1" y="542"/>
                    </a:lnTo>
                    <a:lnTo>
                      <a:pt x="310" y="542"/>
                    </a:lnTo>
                    <a:lnTo>
                      <a:pt x="3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6218697" y="4247385"/>
                <a:ext cx="30264" cy="271092"/>
              </a:xfrm>
              <a:custGeom>
                <a:rect b="b" l="l" r="r" t="t"/>
                <a:pathLst>
                  <a:path extrusionOk="0" h="1693" w="189">
                    <a:moveTo>
                      <a:pt x="1" y="1"/>
                    </a:moveTo>
                    <a:lnTo>
                      <a:pt x="1" y="1693"/>
                    </a:lnTo>
                    <a:lnTo>
                      <a:pt x="189" y="1693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201084" y="3367504"/>
                <a:ext cx="24979" cy="880047"/>
              </a:xfrm>
              <a:custGeom>
                <a:rect b="b" l="l" r="r" t="t"/>
                <a:pathLst>
                  <a:path extrusionOk="0" h="5496" w="156">
                    <a:moveTo>
                      <a:pt x="0" y="0"/>
                    </a:moveTo>
                    <a:lnTo>
                      <a:pt x="0" y="5496"/>
                    </a:lnTo>
                    <a:lnTo>
                      <a:pt x="155" y="5496"/>
                    </a:lnTo>
                    <a:lnTo>
                      <a:pt x="15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6135593" y="3268387"/>
                <a:ext cx="127620" cy="110646"/>
              </a:xfrm>
              <a:custGeom>
                <a:rect b="b" l="l" r="r" t="t"/>
                <a:pathLst>
                  <a:path extrusionOk="0" h="691" w="797">
                    <a:moveTo>
                      <a:pt x="465" y="0"/>
                    </a:moveTo>
                    <a:cubicBezTo>
                      <a:pt x="155" y="0"/>
                      <a:pt x="0" y="376"/>
                      <a:pt x="221" y="586"/>
                    </a:cubicBezTo>
                    <a:cubicBezTo>
                      <a:pt x="290" y="658"/>
                      <a:pt x="374" y="690"/>
                      <a:pt x="458" y="690"/>
                    </a:cubicBezTo>
                    <a:cubicBezTo>
                      <a:pt x="630" y="690"/>
                      <a:pt x="796" y="552"/>
                      <a:pt x="796" y="343"/>
                    </a:cubicBezTo>
                    <a:cubicBezTo>
                      <a:pt x="796" y="155"/>
                      <a:pt x="653" y="0"/>
                      <a:pt x="4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6119581" y="3268387"/>
                <a:ext cx="127620" cy="110646"/>
              </a:xfrm>
              <a:custGeom>
                <a:rect b="b" l="l" r="r" t="t"/>
                <a:pathLst>
                  <a:path extrusionOk="0" h="691" w="797">
                    <a:moveTo>
                      <a:pt x="454" y="0"/>
                    </a:moveTo>
                    <a:cubicBezTo>
                      <a:pt x="156" y="0"/>
                      <a:pt x="1" y="376"/>
                      <a:pt x="211" y="586"/>
                    </a:cubicBezTo>
                    <a:cubicBezTo>
                      <a:pt x="283" y="658"/>
                      <a:pt x="370" y="690"/>
                      <a:pt x="455" y="690"/>
                    </a:cubicBezTo>
                    <a:cubicBezTo>
                      <a:pt x="631" y="690"/>
                      <a:pt x="797" y="552"/>
                      <a:pt x="797" y="343"/>
                    </a:cubicBezTo>
                    <a:cubicBezTo>
                      <a:pt x="797" y="155"/>
                      <a:pt x="642" y="0"/>
                      <a:pt x="4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1" name="Google Shape;121;p1"/>
          <p:cNvSpPr/>
          <p:nvPr/>
        </p:nvSpPr>
        <p:spPr>
          <a:xfrm>
            <a:off x="235182" y="-1196700"/>
            <a:ext cx="3627134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8"/>
                </a:lnTo>
                <a:lnTo>
                  <a:pt x="0" y="3301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8616586" y="1228441"/>
            <a:ext cx="61755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Cultural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3862316" y="1071139"/>
            <a:ext cx="5990251" cy="2068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1442468" y="4237045"/>
            <a:ext cx="37542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Felipe Gallardo</a:t>
            </a:r>
            <a:endParaRPr b="0" i="1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Matías Millaqueo</a:t>
            </a:r>
            <a:endParaRPr b="0" i="1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Capstone 706V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Docente - Fernando Herrera</a:t>
            </a:r>
            <a:endParaRPr b="0" i="1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1"/>
          <p:cNvGrpSpPr/>
          <p:nvPr/>
        </p:nvGrpSpPr>
        <p:grpSpPr>
          <a:xfrm>
            <a:off x="24153" y="6766264"/>
            <a:ext cx="15942246" cy="2495071"/>
            <a:chOff x="2237800" y="2833350"/>
            <a:chExt cx="6107350" cy="980426"/>
          </a:xfrm>
        </p:grpSpPr>
        <p:sp>
          <p:nvSpPr>
            <p:cNvPr id="126" name="Google Shape;126;p1"/>
            <p:cNvSpPr/>
            <p:nvPr/>
          </p:nvSpPr>
          <p:spPr>
            <a:xfrm>
              <a:off x="2683274" y="3535792"/>
              <a:ext cx="2440091" cy="111130"/>
            </a:xfrm>
            <a:custGeom>
              <a:rect b="b" l="l" r="r" t="t"/>
              <a:pathLst>
                <a:path extrusionOk="0" h="698" w="15326">
                  <a:moveTo>
                    <a:pt x="0" y="1"/>
                  </a:moveTo>
                  <a:lnTo>
                    <a:pt x="0" y="697"/>
                  </a:lnTo>
                  <a:lnTo>
                    <a:pt x="15326" y="697"/>
                  </a:lnTo>
                  <a:lnTo>
                    <a:pt x="153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2475503" y="2898468"/>
              <a:ext cx="2860889" cy="605804"/>
            </a:xfrm>
            <a:custGeom>
              <a:rect b="b" l="l" r="r" t="t"/>
              <a:pathLst>
                <a:path extrusionOk="0" h="3805" w="17969">
                  <a:moveTo>
                    <a:pt x="951" y="1"/>
                  </a:moveTo>
                  <a:lnTo>
                    <a:pt x="0" y="2113"/>
                  </a:lnTo>
                  <a:lnTo>
                    <a:pt x="0" y="3805"/>
                  </a:lnTo>
                  <a:lnTo>
                    <a:pt x="17969" y="3805"/>
                  </a:lnTo>
                  <a:lnTo>
                    <a:pt x="179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2875123" y="2965496"/>
              <a:ext cx="646244" cy="554696"/>
            </a:xfrm>
            <a:custGeom>
              <a:rect b="b" l="l" r="r" t="t"/>
              <a:pathLst>
                <a:path extrusionOk="0" h="3484" w="4059">
                  <a:moveTo>
                    <a:pt x="0" y="0"/>
                  </a:moveTo>
                  <a:lnTo>
                    <a:pt x="0" y="3483"/>
                  </a:lnTo>
                  <a:lnTo>
                    <a:pt x="4059" y="3483"/>
                  </a:lnTo>
                  <a:lnTo>
                    <a:pt x="40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4447177" y="2965496"/>
              <a:ext cx="646244" cy="554696"/>
            </a:xfrm>
            <a:custGeom>
              <a:rect b="b" l="l" r="r" t="t"/>
              <a:pathLst>
                <a:path extrusionOk="0" h="3484" w="4059">
                  <a:moveTo>
                    <a:pt x="1" y="0"/>
                  </a:moveTo>
                  <a:lnTo>
                    <a:pt x="1" y="3483"/>
                  </a:lnTo>
                  <a:lnTo>
                    <a:pt x="4059" y="3483"/>
                  </a:lnTo>
                  <a:lnTo>
                    <a:pt x="40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2917314" y="3007687"/>
              <a:ext cx="269547" cy="468403"/>
            </a:xfrm>
            <a:custGeom>
              <a:rect b="b" l="l" r="r" t="t"/>
              <a:pathLst>
                <a:path extrusionOk="0" h="2942" w="1693">
                  <a:moveTo>
                    <a:pt x="1" y="0"/>
                  </a:moveTo>
                  <a:lnTo>
                    <a:pt x="1" y="2942"/>
                  </a:lnTo>
                  <a:lnTo>
                    <a:pt x="1693" y="2942"/>
                  </a:lnTo>
                  <a:lnTo>
                    <a:pt x="16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3211378" y="3007687"/>
              <a:ext cx="267795" cy="468403"/>
            </a:xfrm>
            <a:custGeom>
              <a:rect b="b" l="l" r="r" t="t"/>
              <a:pathLst>
                <a:path extrusionOk="0" h="2942" w="1682">
                  <a:moveTo>
                    <a:pt x="0" y="0"/>
                  </a:moveTo>
                  <a:lnTo>
                    <a:pt x="0" y="2942"/>
                  </a:lnTo>
                  <a:lnTo>
                    <a:pt x="1681" y="2942"/>
                  </a:lnTo>
                  <a:lnTo>
                    <a:pt x="16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4489527" y="3007687"/>
              <a:ext cx="269388" cy="468403"/>
            </a:xfrm>
            <a:custGeom>
              <a:rect b="b" l="l" r="r" t="t"/>
              <a:pathLst>
                <a:path extrusionOk="0" h="2942" w="1692">
                  <a:moveTo>
                    <a:pt x="0" y="0"/>
                  </a:moveTo>
                  <a:lnTo>
                    <a:pt x="0" y="2942"/>
                  </a:lnTo>
                  <a:lnTo>
                    <a:pt x="1692" y="2942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4783431" y="3007687"/>
              <a:ext cx="267795" cy="468403"/>
            </a:xfrm>
            <a:custGeom>
              <a:rect b="b" l="l" r="r" t="t"/>
              <a:pathLst>
                <a:path extrusionOk="0" h="2942" w="1682">
                  <a:moveTo>
                    <a:pt x="1" y="0"/>
                  </a:moveTo>
                  <a:lnTo>
                    <a:pt x="1" y="2942"/>
                  </a:lnTo>
                  <a:lnTo>
                    <a:pt x="1682" y="2942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3361037" y="3579893"/>
              <a:ext cx="1059878" cy="117976"/>
            </a:xfrm>
            <a:custGeom>
              <a:rect b="b" l="l" r="r" t="t"/>
              <a:pathLst>
                <a:path extrusionOk="0" h="741" w="6657">
                  <a:moveTo>
                    <a:pt x="0" y="0"/>
                  </a:moveTo>
                  <a:lnTo>
                    <a:pt x="0" y="741"/>
                  </a:lnTo>
                  <a:lnTo>
                    <a:pt x="6657" y="741"/>
                  </a:lnTo>
                  <a:lnTo>
                    <a:pt x="66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3361037" y="3630841"/>
              <a:ext cx="1059878" cy="28340"/>
            </a:xfrm>
            <a:custGeom>
              <a:rect b="b" l="l" r="r" t="t"/>
              <a:pathLst>
                <a:path extrusionOk="0" h="178" w="6657">
                  <a:moveTo>
                    <a:pt x="0" y="1"/>
                  </a:moveTo>
                  <a:lnTo>
                    <a:pt x="0" y="178"/>
                  </a:lnTo>
                  <a:lnTo>
                    <a:pt x="6657" y="178"/>
                  </a:lnTo>
                  <a:lnTo>
                    <a:pt x="66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2420893" y="3549961"/>
              <a:ext cx="213186" cy="116225"/>
            </a:xfrm>
            <a:custGeom>
              <a:rect b="b" l="l" r="r" t="t"/>
              <a:pathLst>
                <a:path extrusionOk="0" h="730" w="1339">
                  <a:moveTo>
                    <a:pt x="1" y="0"/>
                  </a:moveTo>
                  <a:lnTo>
                    <a:pt x="1" y="730"/>
                  </a:lnTo>
                  <a:lnTo>
                    <a:pt x="1338" y="730"/>
                  </a:lnTo>
                  <a:lnTo>
                    <a:pt x="13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2301166" y="3608074"/>
              <a:ext cx="251874" cy="58113"/>
            </a:xfrm>
            <a:custGeom>
              <a:rect b="b" l="l" r="r" t="t"/>
              <a:pathLst>
                <a:path extrusionOk="0" h="365" w="1582">
                  <a:moveTo>
                    <a:pt x="1" y="0"/>
                  </a:moveTo>
                  <a:lnTo>
                    <a:pt x="1" y="365"/>
                  </a:lnTo>
                  <a:lnTo>
                    <a:pt x="1582" y="365"/>
                  </a:lnTo>
                  <a:lnTo>
                    <a:pt x="15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2237800" y="3579893"/>
              <a:ext cx="116384" cy="114474"/>
            </a:xfrm>
            <a:custGeom>
              <a:rect b="b" l="l" r="r" t="t"/>
              <a:pathLst>
                <a:path extrusionOk="0" h="719" w="731">
                  <a:moveTo>
                    <a:pt x="1" y="0"/>
                  </a:moveTo>
                  <a:lnTo>
                    <a:pt x="1" y="177"/>
                  </a:lnTo>
                  <a:lnTo>
                    <a:pt x="399" y="177"/>
                  </a:lnTo>
                  <a:lnTo>
                    <a:pt x="399" y="542"/>
                  </a:lnTo>
                  <a:lnTo>
                    <a:pt x="1" y="542"/>
                  </a:lnTo>
                  <a:lnTo>
                    <a:pt x="1" y="719"/>
                  </a:lnTo>
                  <a:lnTo>
                    <a:pt x="730" y="719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5165539" y="3549961"/>
              <a:ext cx="103966" cy="116225"/>
            </a:xfrm>
            <a:custGeom>
              <a:rect b="b" l="l" r="r" t="t"/>
              <a:pathLst>
                <a:path extrusionOk="0" h="730" w="653">
                  <a:moveTo>
                    <a:pt x="0" y="0"/>
                  </a:moveTo>
                  <a:lnTo>
                    <a:pt x="0" y="730"/>
                  </a:lnTo>
                  <a:lnTo>
                    <a:pt x="653" y="730"/>
                  </a:lnTo>
                  <a:lnTo>
                    <a:pt x="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5248329" y="3608074"/>
              <a:ext cx="140903" cy="58113"/>
            </a:xfrm>
            <a:custGeom>
              <a:rect b="b" l="l" r="r" t="t"/>
              <a:pathLst>
                <a:path extrusionOk="0" h="365" w="885">
                  <a:moveTo>
                    <a:pt x="0" y="0"/>
                  </a:moveTo>
                  <a:lnTo>
                    <a:pt x="0" y="365"/>
                  </a:lnTo>
                  <a:lnTo>
                    <a:pt x="885" y="365"/>
                  </a:lnTo>
                  <a:lnTo>
                    <a:pt x="8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5336213" y="3579893"/>
              <a:ext cx="116384" cy="114474"/>
            </a:xfrm>
            <a:custGeom>
              <a:rect b="b" l="l" r="r" t="t"/>
              <a:pathLst>
                <a:path extrusionOk="0" h="719" w="731">
                  <a:moveTo>
                    <a:pt x="1" y="0"/>
                  </a:moveTo>
                  <a:lnTo>
                    <a:pt x="1" y="719"/>
                  </a:lnTo>
                  <a:lnTo>
                    <a:pt x="731" y="719"/>
                  </a:lnTo>
                  <a:lnTo>
                    <a:pt x="731" y="542"/>
                  </a:lnTo>
                  <a:lnTo>
                    <a:pt x="333" y="542"/>
                  </a:lnTo>
                  <a:lnTo>
                    <a:pt x="333" y="177"/>
                  </a:lnTo>
                  <a:lnTo>
                    <a:pt x="731" y="177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2508937" y="2931902"/>
              <a:ext cx="2827455" cy="572369"/>
            </a:xfrm>
            <a:custGeom>
              <a:rect b="b" l="l" r="r" t="t"/>
              <a:pathLst>
                <a:path extrusionOk="0" h="3595" w="17759">
                  <a:moveTo>
                    <a:pt x="929" y="1"/>
                  </a:moveTo>
                  <a:lnTo>
                    <a:pt x="0" y="2080"/>
                  </a:lnTo>
                  <a:lnTo>
                    <a:pt x="0" y="3595"/>
                  </a:lnTo>
                  <a:lnTo>
                    <a:pt x="2389" y="3595"/>
                  </a:lnTo>
                  <a:lnTo>
                    <a:pt x="2389" y="322"/>
                  </a:lnTo>
                  <a:lnTo>
                    <a:pt x="6270" y="322"/>
                  </a:lnTo>
                  <a:lnTo>
                    <a:pt x="6270" y="3595"/>
                  </a:lnTo>
                  <a:lnTo>
                    <a:pt x="12263" y="3595"/>
                  </a:lnTo>
                  <a:lnTo>
                    <a:pt x="12263" y="322"/>
                  </a:lnTo>
                  <a:lnTo>
                    <a:pt x="16144" y="322"/>
                  </a:lnTo>
                  <a:lnTo>
                    <a:pt x="16144" y="3595"/>
                  </a:lnTo>
                  <a:lnTo>
                    <a:pt x="17759" y="3595"/>
                  </a:lnTo>
                  <a:lnTo>
                    <a:pt x="17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5130353" y="3325467"/>
              <a:ext cx="151570" cy="26429"/>
            </a:xfrm>
            <a:custGeom>
              <a:rect b="b" l="l" r="r" t="t"/>
              <a:pathLst>
                <a:path extrusionOk="0" h="166" w="952">
                  <a:moveTo>
                    <a:pt x="0" y="0"/>
                  </a:moveTo>
                  <a:lnTo>
                    <a:pt x="0" y="166"/>
                  </a:lnTo>
                  <a:lnTo>
                    <a:pt x="951" y="166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5130353" y="3385172"/>
              <a:ext cx="151570" cy="26588"/>
            </a:xfrm>
            <a:custGeom>
              <a:rect b="b" l="l" r="r" t="t"/>
              <a:pathLst>
                <a:path extrusionOk="0" h="167" w="952">
                  <a:moveTo>
                    <a:pt x="0" y="1"/>
                  </a:moveTo>
                  <a:lnTo>
                    <a:pt x="0" y="167"/>
                  </a:lnTo>
                  <a:lnTo>
                    <a:pt x="951" y="167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4017624" y="2998930"/>
              <a:ext cx="364597" cy="257128"/>
            </a:xfrm>
            <a:custGeom>
              <a:rect b="b" l="l" r="r" t="t"/>
              <a:pathLst>
                <a:path extrusionOk="0" h="1615" w="2290">
                  <a:moveTo>
                    <a:pt x="1" y="0"/>
                  </a:moveTo>
                  <a:lnTo>
                    <a:pt x="1" y="1615"/>
                  </a:lnTo>
                  <a:lnTo>
                    <a:pt x="2290" y="1615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4008868" y="2991766"/>
              <a:ext cx="382110" cy="273049"/>
            </a:xfrm>
            <a:custGeom>
              <a:rect b="b" l="l" r="r" t="t"/>
              <a:pathLst>
                <a:path extrusionOk="0" h="1715" w="2400">
                  <a:moveTo>
                    <a:pt x="2300" y="100"/>
                  </a:moveTo>
                  <a:lnTo>
                    <a:pt x="2300" y="1604"/>
                  </a:lnTo>
                  <a:lnTo>
                    <a:pt x="111" y="1604"/>
                  </a:lnTo>
                  <a:lnTo>
                    <a:pt x="111" y="100"/>
                  </a:lnTo>
                  <a:close/>
                  <a:moveTo>
                    <a:pt x="0" y="1"/>
                  </a:moveTo>
                  <a:lnTo>
                    <a:pt x="0" y="1715"/>
                  </a:lnTo>
                  <a:lnTo>
                    <a:pt x="2400" y="1715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3593326" y="2998930"/>
              <a:ext cx="364597" cy="257128"/>
            </a:xfrm>
            <a:custGeom>
              <a:rect b="b" l="l" r="r" t="t"/>
              <a:pathLst>
                <a:path extrusionOk="0" h="1615" w="2290">
                  <a:moveTo>
                    <a:pt x="1" y="0"/>
                  </a:moveTo>
                  <a:lnTo>
                    <a:pt x="1" y="1615"/>
                  </a:lnTo>
                  <a:lnTo>
                    <a:pt x="2290" y="1615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3584569" y="2991766"/>
              <a:ext cx="382269" cy="273049"/>
            </a:xfrm>
            <a:custGeom>
              <a:rect b="b" l="l" r="r" t="t"/>
              <a:pathLst>
                <a:path extrusionOk="0" h="1715" w="2401">
                  <a:moveTo>
                    <a:pt x="2290" y="100"/>
                  </a:moveTo>
                  <a:lnTo>
                    <a:pt x="2290" y="1604"/>
                  </a:lnTo>
                  <a:lnTo>
                    <a:pt x="111" y="1604"/>
                  </a:lnTo>
                  <a:lnTo>
                    <a:pt x="100" y="100"/>
                  </a:lnTo>
                  <a:close/>
                  <a:moveTo>
                    <a:pt x="1" y="1"/>
                  </a:moveTo>
                  <a:lnTo>
                    <a:pt x="1" y="1715"/>
                  </a:lnTo>
                  <a:lnTo>
                    <a:pt x="2400" y="1715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2961416" y="3042872"/>
              <a:ext cx="179751" cy="192010"/>
            </a:xfrm>
            <a:custGeom>
              <a:rect b="b" l="l" r="r" t="t"/>
              <a:pathLst>
                <a:path extrusionOk="0" h="1206" w="1129">
                  <a:moveTo>
                    <a:pt x="0" y="1"/>
                  </a:moveTo>
                  <a:lnTo>
                    <a:pt x="0" y="1206"/>
                  </a:lnTo>
                  <a:lnTo>
                    <a:pt x="1128" y="1206"/>
                  </a:lnTo>
                  <a:lnTo>
                    <a:pt x="11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2954251" y="3034116"/>
              <a:ext cx="195672" cy="207932"/>
            </a:xfrm>
            <a:custGeom>
              <a:rect b="b" l="l" r="r" t="t"/>
              <a:pathLst>
                <a:path extrusionOk="0" h="1306" w="1229">
                  <a:moveTo>
                    <a:pt x="1129" y="111"/>
                  </a:moveTo>
                  <a:lnTo>
                    <a:pt x="1129" y="1206"/>
                  </a:lnTo>
                  <a:lnTo>
                    <a:pt x="100" y="1206"/>
                  </a:lnTo>
                  <a:lnTo>
                    <a:pt x="100" y="111"/>
                  </a:lnTo>
                  <a:close/>
                  <a:moveTo>
                    <a:pt x="1" y="0"/>
                  </a:moveTo>
                  <a:lnTo>
                    <a:pt x="1" y="1305"/>
                  </a:lnTo>
                  <a:lnTo>
                    <a:pt x="1228" y="1305"/>
                  </a:lnTo>
                  <a:lnTo>
                    <a:pt x="1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3255320" y="3042872"/>
              <a:ext cx="179751" cy="192010"/>
            </a:xfrm>
            <a:custGeom>
              <a:rect b="b" l="l" r="r" t="t"/>
              <a:pathLst>
                <a:path extrusionOk="0" h="1206" w="1129">
                  <a:moveTo>
                    <a:pt x="1" y="1"/>
                  </a:moveTo>
                  <a:lnTo>
                    <a:pt x="1" y="1206"/>
                  </a:lnTo>
                  <a:lnTo>
                    <a:pt x="1129" y="1206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3246564" y="3034116"/>
              <a:ext cx="197264" cy="207932"/>
            </a:xfrm>
            <a:custGeom>
              <a:rect b="b" l="l" r="r" t="t"/>
              <a:pathLst>
                <a:path extrusionOk="0" h="1306" w="1239">
                  <a:moveTo>
                    <a:pt x="1128" y="111"/>
                  </a:moveTo>
                  <a:lnTo>
                    <a:pt x="1128" y="1206"/>
                  </a:lnTo>
                  <a:lnTo>
                    <a:pt x="111" y="1206"/>
                  </a:lnTo>
                  <a:lnTo>
                    <a:pt x="111" y="111"/>
                  </a:lnTo>
                  <a:close/>
                  <a:moveTo>
                    <a:pt x="1" y="0"/>
                  </a:moveTo>
                  <a:lnTo>
                    <a:pt x="1" y="1305"/>
                  </a:lnTo>
                  <a:lnTo>
                    <a:pt x="1239" y="1305"/>
                  </a:lnTo>
                  <a:lnTo>
                    <a:pt x="1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4533469" y="3042872"/>
              <a:ext cx="179751" cy="192010"/>
            </a:xfrm>
            <a:custGeom>
              <a:rect b="b" l="l" r="r" t="t"/>
              <a:pathLst>
                <a:path extrusionOk="0" h="1206" w="1129">
                  <a:moveTo>
                    <a:pt x="1" y="1"/>
                  </a:moveTo>
                  <a:lnTo>
                    <a:pt x="1" y="1206"/>
                  </a:lnTo>
                  <a:lnTo>
                    <a:pt x="1128" y="1206"/>
                  </a:lnTo>
                  <a:lnTo>
                    <a:pt x="11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4526464" y="3034116"/>
              <a:ext cx="195513" cy="207932"/>
            </a:xfrm>
            <a:custGeom>
              <a:rect b="b" l="l" r="r" t="t"/>
              <a:pathLst>
                <a:path extrusionOk="0" h="1306" w="1228">
                  <a:moveTo>
                    <a:pt x="1128" y="111"/>
                  </a:moveTo>
                  <a:lnTo>
                    <a:pt x="1128" y="1206"/>
                  </a:lnTo>
                  <a:lnTo>
                    <a:pt x="111" y="1206"/>
                  </a:lnTo>
                  <a:lnTo>
                    <a:pt x="111" y="111"/>
                  </a:lnTo>
                  <a:close/>
                  <a:moveTo>
                    <a:pt x="0" y="0"/>
                  </a:moveTo>
                  <a:lnTo>
                    <a:pt x="0" y="1305"/>
                  </a:lnTo>
                  <a:lnTo>
                    <a:pt x="1228" y="1305"/>
                  </a:lnTo>
                  <a:lnTo>
                    <a:pt x="1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827533" y="3042872"/>
              <a:ext cx="179751" cy="192010"/>
            </a:xfrm>
            <a:custGeom>
              <a:rect b="b" l="l" r="r" t="t"/>
              <a:pathLst>
                <a:path extrusionOk="0" h="1206" w="1129">
                  <a:moveTo>
                    <a:pt x="0" y="1"/>
                  </a:moveTo>
                  <a:lnTo>
                    <a:pt x="0" y="1206"/>
                  </a:lnTo>
                  <a:lnTo>
                    <a:pt x="1128" y="1206"/>
                  </a:lnTo>
                  <a:lnTo>
                    <a:pt x="11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4818617" y="3034116"/>
              <a:ext cx="197424" cy="207932"/>
            </a:xfrm>
            <a:custGeom>
              <a:rect b="b" l="l" r="r" t="t"/>
              <a:pathLst>
                <a:path extrusionOk="0" h="1306" w="1240">
                  <a:moveTo>
                    <a:pt x="1129" y="111"/>
                  </a:moveTo>
                  <a:lnTo>
                    <a:pt x="1129" y="1206"/>
                  </a:lnTo>
                  <a:lnTo>
                    <a:pt x="112" y="1206"/>
                  </a:lnTo>
                  <a:lnTo>
                    <a:pt x="112" y="111"/>
                  </a:lnTo>
                  <a:close/>
                  <a:moveTo>
                    <a:pt x="1" y="0"/>
                  </a:moveTo>
                  <a:lnTo>
                    <a:pt x="1" y="1305"/>
                  </a:lnTo>
                  <a:lnTo>
                    <a:pt x="1239" y="1305"/>
                  </a:lnTo>
                  <a:lnTo>
                    <a:pt x="1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3593326" y="3325467"/>
              <a:ext cx="794152" cy="26429"/>
            </a:xfrm>
            <a:custGeom>
              <a:rect b="b" l="l" r="r" t="t"/>
              <a:pathLst>
                <a:path extrusionOk="0" h="166" w="4988">
                  <a:moveTo>
                    <a:pt x="1" y="0"/>
                  </a:moveTo>
                  <a:lnTo>
                    <a:pt x="1" y="166"/>
                  </a:lnTo>
                  <a:lnTo>
                    <a:pt x="4988" y="166"/>
                  </a:lnTo>
                  <a:lnTo>
                    <a:pt x="4988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3593326" y="3385172"/>
              <a:ext cx="794152" cy="26588"/>
            </a:xfrm>
            <a:custGeom>
              <a:rect b="b" l="l" r="r" t="t"/>
              <a:pathLst>
                <a:path extrusionOk="0" h="167" w="4988">
                  <a:moveTo>
                    <a:pt x="1" y="1"/>
                  </a:moveTo>
                  <a:lnTo>
                    <a:pt x="1" y="167"/>
                  </a:lnTo>
                  <a:lnTo>
                    <a:pt x="4988" y="167"/>
                  </a:lnTo>
                  <a:lnTo>
                    <a:pt x="4988" y="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2572303" y="3385172"/>
              <a:ext cx="221942" cy="26588"/>
            </a:xfrm>
            <a:custGeom>
              <a:rect b="b" l="l" r="r" t="t"/>
              <a:pathLst>
                <a:path extrusionOk="0" h="167" w="1394">
                  <a:moveTo>
                    <a:pt x="0" y="1"/>
                  </a:moveTo>
                  <a:lnTo>
                    <a:pt x="0" y="167"/>
                  </a:lnTo>
                  <a:lnTo>
                    <a:pt x="1394" y="167"/>
                  </a:lnTo>
                  <a:lnTo>
                    <a:pt x="1394" y="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2572303" y="3325467"/>
              <a:ext cx="221942" cy="26429"/>
            </a:xfrm>
            <a:custGeom>
              <a:rect b="b" l="l" r="r" t="t"/>
              <a:pathLst>
                <a:path extrusionOk="0" h="166" w="1394">
                  <a:moveTo>
                    <a:pt x="0" y="0"/>
                  </a:moveTo>
                  <a:lnTo>
                    <a:pt x="0" y="166"/>
                  </a:lnTo>
                  <a:lnTo>
                    <a:pt x="1394" y="166"/>
                  </a:lnTo>
                  <a:lnTo>
                    <a:pt x="1394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2572303" y="2998930"/>
              <a:ext cx="221942" cy="257128"/>
            </a:xfrm>
            <a:custGeom>
              <a:rect b="b" l="l" r="r" t="t"/>
              <a:pathLst>
                <a:path extrusionOk="0" h="1615" w="1394">
                  <a:moveTo>
                    <a:pt x="697" y="0"/>
                  </a:moveTo>
                  <a:lnTo>
                    <a:pt x="0" y="1615"/>
                  </a:lnTo>
                  <a:lnTo>
                    <a:pt x="1394" y="1615"/>
                  </a:lnTo>
                  <a:lnTo>
                    <a:pt x="139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2560044" y="2991766"/>
              <a:ext cx="243117" cy="273049"/>
            </a:xfrm>
            <a:custGeom>
              <a:rect b="b" l="l" r="r" t="t"/>
              <a:pathLst>
                <a:path extrusionOk="0" h="1715" w="1527">
                  <a:moveTo>
                    <a:pt x="1415" y="100"/>
                  </a:moveTo>
                  <a:lnTo>
                    <a:pt x="1415" y="1604"/>
                  </a:lnTo>
                  <a:lnTo>
                    <a:pt x="166" y="1604"/>
                  </a:lnTo>
                  <a:lnTo>
                    <a:pt x="818" y="100"/>
                  </a:lnTo>
                  <a:close/>
                  <a:moveTo>
                    <a:pt x="741" y="1"/>
                  </a:moveTo>
                  <a:lnTo>
                    <a:pt x="0" y="1715"/>
                  </a:lnTo>
                  <a:lnTo>
                    <a:pt x="1526" y="1715"/>
                  </a:lnTo>
                  <a:lnTo>
                    <a:pt x="15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2438566" y="2851022"/>
              <a:ext cx="2897827" cy="653249"/>
            </a:xfrm>
            <a:custGeom>
              <a:rect b="b" l="l" r="r" t="t"/>
              <a:pathLst>
                <a:path extrusionOk="0" h="4103" w="18201">
                  <a:moveTo>
                    <a:pt x="1040" y="0"/>
                  </a:moveTo>
                  <a:lnTo>
                    <a:pt x="0" y="2444"/>
                  </a:lnTo>
                  <a:lnTo>
                    <a:pt x="0" y="4103"/>
                  </a:lnTo>
                  <a:lnTo>
                    <a:pt x="232" y="4103"/>
                  </a:lnTo>
                  <a:lnTo>
                    <a:pt x="232" y="2544"/>
                  </a:lnTo>
                  <a:lnTo>
                    <a:pt x="1239" y="299"/>
                  </a:lnTo>
                  <a:lnTo>
                    <a:pt x="18201" y="299"/>
                  </a:lnTo>
                  <a:lnTo>
                    <a:pt x="1820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2679612" y="3600909"/>
              <a:ext cx="250282" cy="212867"/>
            </a:xfrm>
            <a:custGeom>
              <a:rect b="b" l="l" r="r" t="t"/>
              <a:pathLst>
                <a:path extrusionOk="0" h="1337" w="1572">
                  <a:moveTo>
                    <a:pt x="908" y="1"/>
                  </a:moveTo>
                  <a:cubicBezTo>
                    <a:pt x="311" y="1"/>
                    <a:pt x="1" y="720"/>
                    <a:pt x="432" y="1140"/>
                  </a:cubicBezTo>
                  <a:cubicBezTo>
                    <a:pt x="568" y="1275"/>
                    <a:pt x="735" y="1336"/>
                    <a:pt x="898" y="1336"/>
                  </a:cubicBezTo>
                  <a:cubicBezTo>
                    <a:pt x="1242" y="1336"/>
                    <a:pt x="1571" y="1069"/>
                    <a:pt x="1571" y="664"/>
                  </a:cubicBezTo>
                  <a:cubicBezTo>
                    <a:pt x="1571" y="299"/>
                    <a:pt x="1273" y="1"/>
                    <a:pt x="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3054714" y="3600909"/>
              <a:ext cx="248371" cy="212867"/>
            </a:xfrm>
            <a:custGeom>
              <a:rect b="b" l="l" r="r" t="t"/>
              <a:pathLst>
                <a:path extrusionOk="0" h="1337" w="1560">
                  <a:moveTo>
                    <a:pt x="896" y="1"/>
                  </a:moveTo>
                  <a:cubicBezTo>
                    <a:pt x="299" y="1"/>
                    <a:pt x="0" y="720"/>
                    <a:pt x="420" y="1140"/>
                  </a:cubicBezTo>
                  <a:cubicBezTo>
                    <a:pt x="556" y="1275"/>
                    <a:pt x="723" y="1336"/>
                    <a:pt x="886" y="1336"/>
                  </a:cubicBezTo>
                  <a:cubicBezTo>
                    <a:pt x="1230" y="1336"/>
                    <a:pt x="1559" y="1069"/>
                    <a:pt x="1559" y="664"/>
                  </a:cubicBezTo>
                  <a:cubicBezTo>
                    <a:pt x="1559" y="299"/>
                    <a:pt x="1261" y="1"/>
                    <a:pt x="8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2915563" y="3725890"/>
              <a:ext cx="188508" cy="16080"/>
            </a:xfrm>
            <a:custGeom>
              <a:rect b="b" l="l" r="r" t="t"/>
              <a:pathLst>
                <a:path extrusionOk="0" h="101" w="1184">
                  <a:moveTo>
                    <a:pt x="1" y="1"/>
                  </a:moveTo>
                  <a:lnTo>
                    <a:pt x="1" y="100"/>
                  </a:lnTo>
                  <a:lnTo>
                    <a:pt x="1184" y="100"/>
                  </a:lnTo>
                  <a:lnTo>
                    <a:pt x="11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2915563" y="3750568"/>
              <a:ext cx="188508" cy="16080"/>
            </a:xfrm>
            <a:custGeom>
              <a:rect b="b" l="l" r="r" t="t"/>
              <a:pathLst>
                <a:path extrusionOk="0" h="101" w="1184">
                  <a:moveTo>
                    <a:pt x="1" y="1"/>
                  </a:moveTo>
                  <a:lnTo>
                    <a:pt x="1" y="100"/>
                  </a:lnTo>
                  <a:lnTo>
                    <a:pt x="1184" y="100"/>
                  </a:lnTo>
                  <a:lnTo>
                    <a:pt x="11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2748391" y="3733055"/>
              <a:ext cx="155073" cy="26429"/>
            </a:xfrm>
            <a:custGeom>
              <a:rect b="b" l="l" r="r" t="t"/>
              <a:pathLst>
                <a:path extrusionOk="0" h="166" w="974">
                  <a:moveTo>
                    <a:pt x="0" y="0"/>
                  </a:moveTo>
                  <a:lnTo>
                    <a:pt x="0" y="166"/>
                  </a:lnTo>
                  <a:lnTo>
                    <a:pt x="973" y="166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2764153" y="3697710"/>
              <a:ext cx="35345" cy="21334"/>
            </a:xfrm>
            <a:custGeom>
              <a:rect b="b" l="l" r="r" t="t"/>
              <a:pathLst>
                <a:path extrusionOk="0" h="134" w="222">
                  <a:moveTo>
                    <a:pt x="1" y="1"/>
                  </a:moveTo>
                  <a:lnTo>
                    <a:pt x="1" y="134"/>
                  </a:lnTo>
                  <a:lnTo>
                    <a:pt x="222" y="134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2852197" y="3697710"/>
              <a:ext cx="35345" cy="21334"/>
            </a:xfrm>
            <a:custGeom>
              <a:rect b="b" l="l" r="r" t="t"/>
              <a:pathLst>
                <a:path extrusionOk="0" h="134" w="222">
                  <a:moveTo>
                    <a:pt x="1" y="1"/>
                  </a:moveTo>
                  <a:lnTo>
                    <a:pt x="1" y="134"/>
                  </a:lnTo>
                  <a:lnTo>
                    <a:pt x="222" y="134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3118080" y="3733055"/>
              <a:ext cx="153322" cy="26429"/>
            </a:xfrm>
            <a:custGeom>
              <a:rect b="b" l="l" r="r" t="t"/>
              <a:pathLst>
                <a:path extrusionOk="0" h="166" w="963">
                  <a:moveTo>
                    <a:pt x="0" y="0"/>
                  </a:moveTo>
                  <a:lnTo>
                    <a:pt x="0" y="166"/>
                  </a:lnTo>
                  <a:lnTo>
                    <a:pt x="962" y="166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3133842" y="3697710"/>
              <a:ext cx="35345" cy="21334"/>
            </a:xfrm>
            <a:custGeom>
              <a:rect b="b" l="l" r="r" t="t"/>
              <a:pathLst>
                <a:path extrusionOk="0" h="134" w="222">
                  <a:moveTo>
                    <a:pt x="1" y="1"/>
                  </a:moveTo>
                  <a:lnTo>
                    <a:pt x="1" y="134"/>
                  </a:lnTo>
                  <a:lnTo>
                    <a:pt x="222" y="134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3220134" y="3697710"/>
              <a:ext cx="35345" cy="21334"/>
            </a:xfrm>
            <a:custGeom>
              <a:rect b="b" l="l" r="r" t="t"/>
              <a:pathLst>
                <a:path extrusionOk="0" h="134" w="222">
                  <a:moveTo>
                    <a:pt x="1" y="1"/>
                  </a:moveTo>
                  <a:lnTo>
                    <a:pt x="1" y="134"/>
                  </a:lnTo>
                  <a:lnTo>
                    <a:pt x="222" y="134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2959665" y="3611576"/>
              <a:ext cx="102214" cy="28340"/>
            </a:xfrm>
            <a:custGeom>
              <a:rect b="b" l="l" r="r" t="t"/>
              <a:pathLst>
                <a:path extrusionOk="0" h="178" w="642">
                  <a:moveTo>
                    <a:pt x="0" y="0"/>
                  </a:moveTo>
                  <a:lnTo>
                    <a:pt x="0" y="177"/>
                  </a:lnTo>
                  <a:lnTo>
                    <a:pt x="641" y="17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2929733" y="3579893"/>
              <a:ext cx="160327" cy="21175"/>
            </a:xfrm>
            <a:custGeom>
              <a:rect b="b" l="l" r="r" t="t"/>
              <a:pathLst>
                <a:path extrusionOk="0" h="133" w="1007">
                  <a:moveTo>
                    <a:pt x="0" y="0"/>
                  </a:moveTo>
                  <a:lnTo>
                    <a:pt x="0" y="133"/>
                  </a:lnTo>
                  <a:lnTo>
                    <a:pt x="1006" y="133"/>
                  </a:lnTo>
                  <a:lnTo>
                    <a:pt x="10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2748391" y="3634344"/>
              <a:ext cx="523013" cy="84701"/>
            </a:xfrm>
            <a:custGeom>
              <a:rect b="b" l="l" r="r" t="t"/>
              <a:pathLst>
                <a:path extrusionOk="0" h="532" w="3285">
                  <a:moveTo>
                    <a:pt x="0" y="1"/>
                  </a:moveTo>
                  <a:lnTo>
                    <a:pt x="0" y="322"/>
                  </a:lnTo>
                  <a:lnTo>
                    <a:pt x="1106" y="322"/>
                  </a:lnTo>
                  <a:lnTo>
                    <a:pt x="1316" y="532"/>
                  </a:lnTo>
                  <a:lnTo>
                    <a:pt x="1968" y="532"/>
                  </a:lnTo>
                  <a:lnTo>
                    <a:pt x="2190" y="322"/>
                  </a:lnTo>
                  <a:lnTo>
                    <a:pt x="3284" y="322"/>
                  </a:lnTo>
                  <a:lnTo>
                    <a:pt x="3284" y="1"/>
                  </a:lnTo>
                  <a:lnTo>
                    <a:pt x="2190" y="1"/>
                  </a:lnTo>
                  <a:lnTo>
                    <a:pt x="1968" y="111"/>
                  </a:lnTo>
                  <a:lnTo>
                    <a:pt x="1316" y="111"/>
                  </a:lnTo>
                  <a:lnTo>
                    <a:pt x="11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2810006" y="3695958"/>
              <a:ext cx="31842" cy="26588"/>
            </a:xfrm>
            <a:custGeom>
              <a:rect b="b" l="l" r="r" t="t"/>
              <a:pathLst>
                <a:path extrusionOk="0" h="167" w="200">
                  <a:moveTo>
                    <a:pt x="0" y="1"/>
                  </a:moveTo>
                  <a:lnTo>
                    <a:pt x="0" y="167"/>
                  </a:lnTo>
                  <a:lnTo>
                    <a:pt x="199" y="167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2898050" y="3695958"/>
              <a:ext cx="33594" cy="26588"/>
            </a:xfrm>
            <a:custGeom>
              <a:rect b="b" l="l" r="r" t="t"/>
              <a:pathLst>
                <a:path extrusionOk="0" h="167" w="211">
                  <a:moveTo>
                    <a:pt x="0" y="1"/>
                  </a:moveTo>
                  <a:lnTo>
                    <a:pt x="0" y="167"/>
                  </a:lnTo>
                  <a:lnTo>
                    <a:pt x="44" y="167"/>
                  </a:lnTo>
                  <a:lnTo>
                    <a:pt x="44" y="111"/>
                  </a:lnTo>
                  <a:lnTo>
                    <a:pt x="210" y="111"/>
                  </a:lnTo>
                  <a:cubicBezTo>
                    <a:pt x="210" y="100"/>
                    <a:pt x="210" y="89"/>
                    <a:pt x="210" y="78"/>
                  </a:cubicBezTo>
                  <a:lnTo>
                    <a:pt x="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3179695" y="3695958"/>
              <a:ext cx="30091" cy="26588"/>
            </a:xfrm>
            <a:custGeom>
              <a:rect b="b" l="l" r="r" t="t"/>
              <a:pathLst>
                <a:path extrusionOk="0" h="167" w="189">
                  <a:moveTo>
                    <a:pt x="0" y="1"/>
                  </a:moveTo>
                  <a:lnTo>
                    <a:pt x="0" y="167"/>
                  </a:lnTo>
                  <a:lnTo>
                    <a:pt x="188" y="167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3088148" y="3695958"/>
              <a:ext cx="35345" cy="26588"/>
            </a:xfrm>
            <a:custGeom>
              <a:rect b="b" l="l" r="r" t="t"/>
              <a:pathLst>
                <a:path extrusionOk="0" h="167" w="222">
                  <a:moveTo>
                    <a:pt x="78" y="1"/>
                  </a:moveTo>
                  <a:lnTo>
                    <a:pt x="0" y="78"/>
                  </a:lnTo>
                  <a:lnTo>
                    <a:pt x="0" y="111"/>
                  </a:lnTo>
                  <a:lnTo>
                    <a:pt x="166" y="111"/>
                  </a:lnTo>
                  <a:lnTo>
                    <a:pt x="166" y="167"/>
                  </a:lnTo>
                  <a:lnTo>
                    <a:pt x="222" y="167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4440172" y="3600909"/>
              <a:ext cx="250123" cy="212867"/>
            </a:xfrm>
            <a:custGeom>
              <a:rect b="b" l="l" r="r" t="t"/>
              <a:pathLst>
                <a:path extrusionOk="0" h="1337" w="1571">
                  <a:moveTo>
                    <a:pt x="907" y="1"/>
                  </a:moveTo>
                  <a:cubicBezTo>
                    <a:pt x="310" y="1"/>
                    <a:pt x="1" y="720"/>
                    <a:pt x="432" y="1140"/>
                  </a:cubicBezTo>
                  <a:cubicBezTo>
                    <a:pt x="567" y="1275"/>
                    <a:pt x="734" y="1336"/>
                    <a:pt x="898" y="1336"/>
                  </a:cubicBezTo>
                  <a:cubicBezTo>
                    <a:pt x="1241" y="1336"/>
                    <a:pt x="1571" y="1069"/>
                    <a:pt x="1571" y="664"/>
                  </a:cubicBezTo>
                  <a:cubicBezTo>
                    <a:pt x="1571" y="299"/>
                    <a:pt x="1272" y="1"/>
                    <a:pt x="9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4815114" y="3600909"/>
              <a:ext cx="250123" cy="212867"/>
            </a:xfrm>
            <a:custGeom>
              <a:rect b="b" l="l" r="r" t="t"/>
              <a:pathLst>
                <a:path extrusionOk="0" h="1337" w="1571">
                  <a:moveTo>
                    <a:pt x="897" y="1"/>
                  </a:moveTo>
                  <a:cubicBezTo>
                    <a:pt x="299" y="1"/>
                    <a:pt x="1" y="720"/>
                    <a:pt x="421" y="1140"/>
                  </a:cubicBezTo>
                  <a:cubicBezTo>
                    <a:pt x="557" y="1275"/>
                    <a:pt x="725" y="1336"/>
                    <a:pt x="890" y="1336"/>
                  </a:cubicBezTo>
                  <a:cubicBezTo>
                    <a:pt x="1236" y="1336"/>
                    <a:pt x="1571" y="1069"/>
                    <a:pt x="1571" y="664"/>
                  </a:cubicBezTo>
                  <a:cubicBezTo>
                    <a:pt x="1571" y="299"/>
                    <a:pt x="1261" y="1"/>
                    <a:pt x="8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4676123" y="3725890"/>
              <a:ext cx="188508" cy="16080"/>
            </a:xfrm>
            <a:custGeom>
              <a:rect b="b" l="l" r="r" t="t"/>
              <a:pathLst>
                <a:path extrusionOk="0" h="101" w="1184">
                  <a:moveTo>
                    <a:pt x="0" y="1"/>
                  </a:moveTo>
                  <a:lnTo>
                    <a:pt x="0" y="100"/>
                  </a:lnTo>
                  <a:lnTo>
                    <a:pt x="1183" y="100"/>
                  </a:lnTo>
                  <a:lnTo>
                    <a:pt x="11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4676123" y="3750568"/>
              <a:ext cx="188508" cy="16080"/>
            </a:xfrm>
            <a:custGeom>
              <a:rect b="b" l="l" r="r" t="t"/>
              <a:pathLst>
                <a:path extrusionOk="0" h="101" w="1184">
                  <a:moveTo>
                    <a:pt x="0" y="1"/>
                  </a:moveTo>
                  <a:lnTo>
                    <a:pt x="0" y="100"/>
                  </a:lnTo>
                  <a:lnTo>
                    <a:pt x="1183" y="100"/>
                  </a:lnTo>
                  <a:lnTo>
                    <a:pt x="11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4508792" y="3733055"/>
              <a:ext cx="155073" cy="26429"/>
            </a:xfrm>
            <a:custGeom>
              <a:rect b="b" l="l" r="r" t="t"/>
              <a:pathLst>
                <a:path extrusionOk="0" h="166" w="974">
                  <a:moveTo>
                    <a:pt x="1" y="0"/>
                  </a:moveTo>
                  <a:lnTo>
                    <a:pt x="1" y="166"/>
                  </a:lnTo>
                  <a:lnTo>
                    <a:pt x="974" y="166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4524713" y="3697710"/>
              <a:ext cx="35345" cy="21334"/>
            </a:xfrm>
            <a:custGeom>
              <a:rect b="b" l="l" r="r" t="t"/>
              <a:pathLst>
                <a:path extrusionOk="0" h="134" w="222">
                  <a:moveTo>
                    <a:pt x="0" y="1"/>
                  </a:moveTo>
                  <a:lnTo>
                    <a:pt x="0" y="134"/>
                  </a:lnTo>
                  <a:lnTo>
                    <a:pt x="221" y="134"/>
                  </a:lnTo>
                  <a:lnTo>
                    <a:pt x="2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4612757" y="3697710"/>
              <a:ext cx="35345" cy="21334"/>
            </a:xfrm>
            <a:custGeom>
              <a:rect b="b" l="l" r="r" t="t"/>
              <a:pathLst>
                <a:path extrusionOk="0" h="134" w="222">
                  <a:moveTo>
                    <a:pt x="0" y="1"/>
                  </a:moveTo>
                  <a:lnTo>
                    <a:pt x="0" y="134"/>
                  </a:lnTo>
                  <a:lnTo>
                    <a:pt x="221" y="134"/>
                  </a:lnTo>
                  <a:lnTo>
                    <a:pt x="2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4878481" y="3733055"/>
              <a:ext cx="153322" cy="26429"/>
            </a:xfrm>
            <a:custGeom>
              <a:rect b="b" l="l" r="r" t="t"/>
              <a:pathLst>
                <a:path extrusionOk="0" h="166" w="963">
                  <a:moveTo>
                    <a:pt x="1" y="0"/>
                  </a:moveTo>
                  <a:lnTo>
                    <a:pt x="1" y="166"/>
                  </a:lnTo>
                  <a:lnTo>
                    <a:pt x="963" y="166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4894402" y="3697710"/>
              <a:ext cx="35345" cy="21334"/>
            </a:xfrm>
            <a:custGeom>
              <a:rect b="b" l="l" r="r" t="t"/>
              <a:pathLst>
                <a:path extrusionOk="0" h="134" w="222">
                  <a:moveTo>
                    <a:pt x="0" y="1"/>
                  </a:moveTo>
                  <a:lnTo>
                    <a:pt x="0" y="134"/>
                  </a:lnTo>
                  <a:lnTo>
                    <a:pt x="222" y="134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4980694" y="3697710"/>
              <a:ext cx="35345" cy="21334"/>
            </a:xfrm>
            <a:custGeom>
              <a:rect b="b" l="l" r="r" t="t"/>
              <a:pathLst>
                <a:path extrusionOk="0" h="134" w="222">
                  <a:moveTo>
                    <a:pt x="0" y="1"/>
                  </a:moveTo>
                  <a:lnTo>
                    <a:pt x="0" y="134"/>
                  </a:lnTo>
                  <a:lnTo>
                    <a:pt x="221" y="134"/>
                  </a:lnTo>
                  <a:lnTo>
                    <a:pt x="2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4720065" y="3611576"/>
              <a:ext cx="102374" cy="28340"/>
            </a:xfrm>
            <a:custGeom>
              <a:rect b="b" l="l" r="r" t="t"/>
              <a:pathLst>
                <a:path extrusionOk="0" h="178" w="643">
                  <a:moveTo>
                    <a:pt x="1" y="0"/>
                  </a:moveTo>
                  <a:lnTo>
                    <a:pt x="1" y="177"/>
                  </a:lnTo>
                  <a:lnTo>
                    <a:pt x="642" y="177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4690133" y="3579893"/>
              <a:ext cx="160327" cy="21175"/>
            </a:xfrm>
            <a:custGeom>
              <a:rect b="b" l="l" r="r" t="t"/>
              <a:pathLst>
                <a:path extrusionOk="0" h="133" w="1007">
                  <a:moveTo>
                    <a:pt x="1" y="0"/>
                  </a:moveTo>
                  <a:lnTo>
                    <a:pt x="1" y="133"/>
                  </a:lnTo>
                  <a:lnTo>
                    <a:pt x="1007" y="133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4508792" y="3634344"/>
              <a:ext cx="523013" cy="84701"/>
            </a:xfrm>
            <a:custGeom>
              <a:rect b="b" l="l" r="r" t="t"/>
              <a:pathLst>
                <a:path extrusionOk="0" h="532" w="3285">
                  <a:moveTo>
                    <a:pt x="1" y="1"/>
                  </a:moveTo>
                  <a:lnTo>
                    <a:pt x="1" y="322"/>
                  </a:lnTo>
                  <a:lnTo>
                    <a:pt x="1107" y="322"/>
                  </a:lnTo>
                  <a:lnTo>
                    <a:pt x="1317" y="532"/>
                  </a:lnTo>
                  <a:lnTo>
                    <a:pt x="1969" y="532"/>
                  </a:lnTo>
                  <a:lnTo>
                    <a:pt x="2190" y="322"/>
                  </a:lnTo>
                  <a:lnTo>
                    <a:pt x="3285" y="322"/>
                  </a:lnTo>
                  <a:lnTo>
                    <a:pt x="3285" y="1"/>
                  </a:lnTo>
                  <a:lnTo>
                    <a:pt x="2190" y="1"/>
                  </a:lnTo>
                  <a:lnTo>
                    <a:pt x="1969" y="111"/>
                  </a:lnTo>
                  <a:lnTo>
                    <a:pt x="1317" y="111"/>
                  </a:lnTo>
                  <a:lnTo>
                    <a:pt x="11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4570406" y="3695958"/>
              <a:ext cx="31843" cy="26588"/>
            </a:xfrm>
            <a:custGeom>
              <a:rect b="b" l="l" r="r" t="t"/>
              <a:pathLst>
                <a:path extrusionOk="0" h="167" w="200">
                  <a:moveTo>
                    <a:pt x="1" y="1"/>
                  </a:moveTo>
                  <a:lnTo>
                    <a:pt x="1" y="167"/>
                  </a:lnTo>
                  <a:lnTo>
                    <a:pt x="200" y="167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4658450" y="3695958"/>
              <a:ext cx="33594" cy="26588"/>
            </a:xfrm>
            <a:custGeom>
              <a:rect b="b" l="l" r="r" t="t"/>
              <a:pathLst>
                <a:path extrusionOk="0" h="167" w="211">
                  <a:moveTo>
                    <a:pt x="1" y="1"/>
                  </a:moveTo>
                  <a:lnTo>
                    <a:pt x="1" y="167"/>
                  </a:lnTo>
                  <a:lnTo>
                    <a:pt x="45" y="167"/>
                  </a:lnTo>
                  <a:lnTo>
                    <a:pt x="45" y="111"/>
                  </a:lnTo>
                  <a:lnTo>
                    <a:pt x="211" y="111"/>
                  </a:lnTo>
                  <a:cubicBezTo>
                    <a:pt x="211" y="100"/>
                    <a:pt x="211" y="89"/>
                    <a:pt x="211" y="78"/>
                  </a:cubicBezTo>
                  <a:lnTo>
                    <a:pt x="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4940095" y="3695958"/>
              <a:ext cx="30091" cy="26588"/>
            </a:xfrm>
            <a:custGeom>
              <a:rect b="b" l="l" r="r" t="t"/>
              <a:pathLst>
                <a:path extrusionOk="0" h="167" w="189">
                  <a:moveTo>
                    <a:pt x="1" y="1"/>
                  </a:moveTo>
                  <a:lnTo>
                    <a:pt x="1" y="167"/>
                  </a:lnTo>
                  <a:lnTo>
                    <a:pt x="189" y="167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4848549" y="3695958"/>
              <a:ext cx="35504" cy="26588"/>
            </a:xfrm>
            <a:custGeom>
              <a:rect b="b" l="l" r="r" t="t"/>
              <a:pathLst>
                <a:path extrusionOk="0" h="167" w="223">
                  <a:moveTo>
                    <a:pt x="78" y="1"/>
                  </a:moveTo>
                  <a:lnTo>
                    <a:pt x="1" y="78"/>
                  </a:lnTo>
                  <a:lnTo>
                    <a:pt x="1" y="111"/>
                  </a:lnTo>
                  <a:lnTo>
                    <a:pt x="167" y="111"/>
                  </a:lnTo>
                  <a:lnTo>
                    <a:pt x="167" y="167"/>
                  </a:lnTo>
                  <a:lnTo>
                    <a:pt x="222" y="167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2343357" y="3504108"/>
              <a:ext cx="2993036" cy="63526"/>
            </a:xfrm>
            <a:custGeom>
              <a:rect b="b" l="l" r="r" t="t"/>
              <a:pathLst>
                <a:path extrusionOk="0" h="399" w="18799">
                  <a:moveTo>
                    <a:pt x="1" y="1"/>
                  </a:moveTo>
                  <a:lnTo>
                    <a:pt x="1" y="399"/>
                  </a:lnTo>
                  <a:lnTo>
                    <a:pt x="18799" y="399"/>
                  </a:lnTo>
                  <a:lnTo>
                    <a:pt x="18799" y="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5404993" y="2886208"/>
              <a:ext cx="68780" cy="665667"/>
            </a:xfrm>
            <a:custGeom>
              <a:rect b="b" l="l" r="r" t="t"/>
              <a:pathLst>
                <a:path extrusionOk="0" h="4181" w="432">
                  <a:moveTo>
                    <a:pt x="221" y="0"/>
                  </a:moveTo>
                  <a:cubicBezTo>
                    <a:pt x="100" y="0"/>
                    <a:pt x="0" y="89"/>
                    <a:pt x="0" y="211"/>
                  </a:cubicBezTo>
                  <a:lnTo>
                    <a:pt x="0" y="3970"/>
                  </a:lnTo>
                  <a:cubicBezTo>
                    <a:pt x="0" y="4081"/>
                    <a:pt x="100" y="4180"/>
                    <a:pt x="221" y="4180"/>
                  </a:cubicBezTo>
                  <a:cubicBezTo>
                    <a:pt x="343" y="4180"/>
                    <a:pt x="431" y="4081"/>
                    <a:pt x="431" y="3970"/>
                  </a:cubicBezTo>
                  <a:lnTo>
                    <a:pt x="431" y="211"/>
                  </a:lnTo>
                  <a:cubicBezTo>
                    <a:pt x="431" y="89"/>
                    <a:pt x="34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5336213" y="2886049"/>
              <a:ext cx="68939" cy="665827"/>
            </a:xfrm>
            <a:custGeom>
              <a:rect b="b" l="l" r="r" t="t"/>
              <a:pathLst>
                <a:path extrusionOk="0" h="4182" w="433">
                  <a:moveTo>
                    <a:pt x="204" y="1"/>
                  </a:moveTo>
                  <a:cubicBezTo>
                    <a:pt x="91" y="1"/>
                    <a:pt x="1" y="96"/>
                    <a:pt x="1" y="212"/>
                  </a:cubicBezTo>
                  <a:lnTo>
                    <a:pt x="1" y="3971"/>
                  </a:lnTo>
                  <a:cubicBezTo>
                    <a:pt x="1" y="4082"/>
                    <a:pt x="100" y="4181"/>
                    <a:pt x="222" y="4181"/>
                  </a:cubicBezTo>
                  <a:cubicBezTo>
                    <a:pt x="344" y="4181"/>
                    <a:pt x="432" y="4082"/>
                    <a:pt x="432" y="3971"/>
                  </a:cubicBezTo>
                  <a:lnTo>
                    <a:pt x="432" y="212"/>
                  </a:lnTo>
                  <a:cubicBezTo>
                    <a:pt x="432" y="90"/>
                    <a:pt x="344" y="1"/>
                    <a:pt x="222" y="1"/>
                  </a:cubicBezTo>
                  <a:cubicBezTo>
                    <a:pt x="216" y="1"/>
                    <a:pt x="210" y="1"/>
                    <a:pt x="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5675971" y="3537543"/>
              <a:ext cx="2324025" cy="111130"/>
            </a:xfrm>
            <a:custGeom>
              <a:rect b="b" l="l" r="r" t="t"/>
              <a:pathLst>
                <a:path extrusionOk="0" h="698" w="14597">
                  <a:moveTo>
                    <a:pt x="1" y="1"/>
                  </a:moveTo>
                  <a:lnTo>
                    <a:pt x="1" y="697"/>
                  </a:lnTo>
                  <a:lnTo>
                    <a:pt x="14597" y="697"/>
                  </a:lnTo>
                  <a:lnTo>
                    <a:pt x="1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7316803" y="2967247"/>
              <a:ext cx="646244" cy="554696"/>
            </a:xfrm>
            <a:custGeom>
              <a:rect b="b" l="l" r="r" t="t"/>
              <a:pathLst>
                <a:path extrusionOk="0" h="3484" w="4059">
                  <a:moveTo>
                    <a:pt x="1" y="0"/>
                  </a:moveTo>
                  <a:lnTo>
                    <a:pt x="1" y="3483"/>
                  </a:lnTo>
                  <a:lnTo>
                    <a:pt x="4059" y="3483"/>
                  </a:lnTo>
                  <a:lnTo>
                    <a:pt x="40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5716569" y="2967247"/>
              <a:ext cx="646244" cy="554696"/>
            </a:xfrm>
            <a:custGeom>
              <a:rect b="b" l="l" r="r" t="t"/>
              <a:pathLst>
                <a:path extrusionOk="0" h="3484" w="4059">
                  <a:moveTo>
                    <a:pt x="0" y="0"/>
                  </a:moveTo>
                  <a:lnTo>
                    <a:pt x="0" y="3483"/>
                  </a:lnTo>
                  <a:lnTo>
                    <a:pt x="4058" y="3483"/>
                  </a:lnTo>
                  <a:lnTo>
                    <a:pt x="40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7359154" y="3009438"/>
              <a:ext cx="269388" cy="470155"/>
            </a:xfrm>
            <a:custGeom>
              <a:rect b="b" l="l" r="r" t="t"/>
              <a:pathLst>
                <a:path extrusionOk="0" h="2953" w="1692">
                  <a:moveTo>
                    <a:pt x="0" y="0"/>
                  </a:moveTo>
                  <a:lnTo>
                    <a:pt x="0" y="2953"/>
                  </a:lnTo>
                  <a:lnTo>
                    <a:pt x="1692" y="2953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7653058" y="3009438"/>
              <a:ext cx="267795" cy="470155"/>
            </a:xfrm>
            <a:custGeom>
              <a:rect b="b" l="l" r="r" t="t"/>
              <a:pathLst>
                <a:path extrusionOk="0" h="2953" w="1682">
                  <a:moveTo>
                    <a:pt x="1" y="0"/>
                  </a:moveTo>
                  <a:lnTo>
                    <a:pt x="1" y="2953"/>
                  </a:lnTo>
                  <a:lnTo>
                    <a:pt x="1681" y="2953"/>
                  </a:lnTo>
                  <a:lnTo>
                    <a:pt x="16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8035165" y="3551713"/>
              <a:ext cx="103966" cy="116225"/>
            </a:xfrm>
            <a:custGeom>
              <a:rect b="b" l="l" r="r" t="t"/>
              <a:pathLst>
                <a:path extrusionOk="0" h="730" w="653">
                  <a:moveTo>
                    <a:pt x="0" y="0"/>
                  </a:moveTo>
                  <a:lnTo>
                    <a:pt x="0" y="730"/>
                  </a:lnTo>
                  <a:lnTo>
                    <a:pt x="653" y="730"/>
                  </a:lnTo>
                  <a:lnTo>
                    <a:pt x="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8117796" y="3609825"/>
              <a:ext cx="139311" cy="58113"/>
            </a:xfrm>
            <a:custGeom>
              <a:rect b="b" l="l" r="r" t="t"/>
              <a:pathLst>
                <a:path extrusionOk="0" h="365" w="875">
                  <a:moveTo>
                    <a:pt x="1" y="0"/>
                  </a:moveTo>
                  <a:lnTo>
                    <a:pt x="1" y="365"/>
                  </a:lnTo>
                  <a:lnTo>
                    <a:pt x="874" y="365"/>
                  </a:lnTo>
                  <a:lnTo>
                    <a:pt x="8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8205840" y="3581644"/>
              <a:ext cx="116384" cy="116225"/>
            </a:xfrm>
            <a:custGeom>
              <a:rect b="b" l="l" r="r" t="t"/>
              <a:pathLst>
                <a:path extrusionOk="0" h="730" w="731">
                  <a:moveTo>
                    <a:pt x="1" y="0"/>
                  </a:moveTo>
                  <a:lnTo>
                    <a:pt x="1" y="730"/>
                  </a:lnTo>
                  <a:lnTo>
                    <a:pt x="731" y="730"/>
                  </a:lnTo>
                  <a:lnTo>
                    <a:pt x="731" y="542"/>
                  </a:lnTo>
                  <a:lnTo>
                    <a:pt x="332" y="542"/>
                  </a:lnTo>
                  <a:lnTo>
                    <a:pt x="332" y="177"/>
                  </a:lnTo>
                  <a:lnTo>
                    <a:pt x="731" y="177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052824" y="3009438"/>
              <a:ext cx="267795" cy="470155"/>
            </a:xfrm>
            <a:custGeom>
              <a:rect b="b" l="l" r="r" t="t"/>
              <a:pathLst>
                <a:path extrusionOk="0" h="2953" w="1682">
                  <a:moveTo>
                    <a:pt x="0" y="0"/>
                  </a:moveTo>
                  <a:lnTo>
                    <a:pt x="0" y="2953"/>
                  </a:lnTo>
                  <a:lnTo>
                    <a:pt x="1681" y="2953"/>
                  </a:lnTo>
                  <a:lnTo>
                    <a:pt x="16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5758761" y="3009438"/>
              <a:ext cx="269547" cy="470155"/>
            </a:xfrm>
            <a:custGeom>
              <a:rect b="b" l="l" r="r" t="t"/>
              <a:pathLst>
                <a:path extrusionOk="0" h="2953" w="1693">
                  <a:moveTo>
                    <a:pt x="1" y="0"/>
                  </a:moveTo>
                  <a:lnTo>
                    <a:pt x="1" y="2953"/>
                  </a:lnTo>
                  <a:lnTo>
                    <a:pt x="1693" y="2953"/>
                  </a:lnTo>
                  <a:lnTo>
                    <a:pt x="16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6390830" y="3583396"/>
              <a:ext cx="899710" cy="116384"/>
            </a:xfrm>
            <a:custGeom>
              <a:rect b="b" l="l" r="r" t="t"/>
              <a:pathLst>
                <a:path extrusionOk="0" h="731" w="5651">
                  <a:moveTo>
                    <a:pt x="0" y="0"/>
                  </a:moveTo>
                  <a:lnTo>
                    <a:pt x="0" y="730"/>
                  </a:lnTo>
                  <a:lnTo>
                    <a:pt x="5651" y="730"/>
                  </a:lnTo>
                  <a:lnTo>
                    <a:pt x="56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5542233" y="3551713"/>
              <a:ext cx="102214" cy="116225"/>
            </a:xfrm>
            <a:custGeom>
              <a:rect b="b" l="l" r="r" t="t"/>
              <a:pathLst>
                <a:path extrusionOk="0" h="730" w="642">
                  <a:moveTo>
                    <a:pt x="1" y="0"/>
                  </a:moveTo>
                  <a:lnTo>
                    <a:pt x="1" y="730"/>
                  </a:lnTo>
                  <a:lnTo>
                    <a:pt x="642" y="730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5422506" y="3609825"/>
              <a:ext cx="139311" cy="58113"/>
            </a:xfrm>
            <a:custGeom>
              <a:rect b="b" l="l" r="r" t="t"/>
              <a:pathLst>
                <a:path extrusionOk="0" h="365" w="875">
                  <a:moveTo>
                    <a:pt x="1" y="0"/>
                  </a:moveTo>
                  <a:lnTo>
                    <a:pt x="1" y="365"/>
                  </a:lnTo>
                  <a:lnTo>
                    <a:pt x="874" y="365"/>
                  </a:lnTo>
                  <a:lnTo>
                    <a:pt x="8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5359140" y="3581644"/>
              <a:ext cx="114633" cy="116225"/>
            </a:xfrm>
            <a:custGeom>
              <a:rect b="b" l="l" r="r" t="t"/>
              <a:pathLst>
                <a:path extrusionOk="0" h="730" w="720">
                  <a:moveTo>
                    <a:pt x="1" y="0"/>
                  </a:moveTo>
                  <a:lnTo>
                    <a:pt x="1" y="177"/>
                  </a:lnTo>
                  <a:lnTo>
                    <a:pt x="388" y="177"/>
                  </a:lnTo>
                  <a:lnTo>
                    <a:pt x="388" y="542"/>
                  </a:lnTo>
                  <a:lnTo>
                    <a:pt x="1" y="542"/>
                  </a:lnTo>
                  <a:lnTo>
                    <a:pt x="1" y="730"/>
                  </a:lnTo>
                  <a:lnTo>
                    <a:pt x="719" y="730"/>
                  </a:lnTo>
                  <a:lnTo>
                    <a:pt x="7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5473613" y="2933813"/>
              <a:ext cx="2732405" cy="573961"/>
            </a:xfrm>
            <a:custGeom>
              <a:rect b="b" l="l" r="r" t="t"/>
              <a:pathLst>
                <a:path extrusionOk="0" h="3605" w="17162">
                  <a:moveTo>
                    <a:pt x="0" y="0"/>
                  </a:moveTo>
                  <a:lnTo>
                    <a:pt x="0" y="3605"/>
                  </a:lnTo>
                  <a:lnTo>
                    <a:pt x="1615" y="3605"/>
                  </a:lnTo>
                  <a:lnTo>
                    <a:pt x="1615" y="321"/>
                  </a:lnTo>
                  <a:lnTo>
                    <a:pt x="5496" y="321"/>
                  </a:lnTo>
                  <a:lnTo>
                    <a:pt x="5496" y="3605"/>
                  </a:lnTo>
                  <a:lnTo>
                    <a:pt x="11666" y="3605"/>
                  </a:lnTo>
                  <a:lnTo>
                    <a:pt x="11666" y="321"/>
                  </a:lnTo>
                  <a:lnTo>
                    <a:pt x="15547" y="321"/>
                  </a:lnTo>
                  <a:lnTo>
                    <a:pt x="15547" y="3605"/>
                  </a:lnTo>
                  <a:lnTo>
                    <a:pt x="17162" y="3605"/>
                  </a:lnTo>
                  <a:lnTo>
                    <a:pt x="171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5528222" y="3388834"/>
              <a:ext cx="151570" cy="24678"/>
            </a:xfrm>
            <a:custGeom>
              <a:rect b="b" l="l" r="r" t="t"/>
              <a:pathLst>
                <a:path extrusionOk="0" h="155" w="952">
                  <a:moveTo>
                    <a:pt x="0" y="0"/>
                  </a:moveTo>
                  <a:lnTo>
                    <a:pt x="0" y="155"/>
                  </a:lnTo>
                  <a:lnTo>
                    <a:pt x="951" y="15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5528222" y="3328970"/>
              <a:ext cx="151570" cy="24678"/>
            </a:xfrm>
            <a:custGeom>
              <a:rect b="b" l="l" r="r" t="t"/>
              <a:pathLst>
                <a:path extrusionOk="0" h="155" w="952">
                  <a:moveTo>
                    <a:pt x="0" y="0"/>
                  </a:moveTo>
                  <a:lnTo>
                    <a:pt x="0" y="155"/>
                  </a:lnTo>
                  <a:lnTo>
                    <a:pt x="951" y="15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6887251" y="3002433"/>
              <a:ext cx="364597" cy="255377"/>
            </a:xfrm>
            <a:custGeom>
              <a:rect b="b" l="l" r="r" t="t"/>
              <a:pathLst>
                <a:path extrusionOk="0" h="1604" w="2290">
                  <a:moveTo>
                    <a:pt x="1" y="0"/>
                  </a:moveTo>
                  <a:lnTo>
                    <a:pt x="1" y="1604"/>
                  </a:lnTo>
                  <a:lnTo>
                    <a:pt x="2290" y="160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6878494" y="2993517"/>
              <a:ext cx="382110" cy="273049"/>
            </a:xfrm>
            <a:custGeom>
              <a:rect b="b" l="l" r="r" t="t"/>
              <a:pathLst>
                <a:path extrusionOk="0" h="1715" w="2400">
                  <a:moveTo>
                    <a:pt x="2300" y="112"/>
                  </a:moveTo>
                  <a:lnTo>
                    <a:pt x="2300" y="1615"/>
                  </a:lnTo>
                  <a:lnTo>
                    <a:pt x="111" y="1615"/>
                  </a:lnTo>
                  <a:lnTo>
                    <a:pt x="111" y="112"/>
                  </a:lnTo>
                  <a:close/>
                  <a:moveTo>
                    <a:pt x="0" y="1"/>
                  </a:moveTo>
                  <a:lnTo>
                    <a:pt x="0" y="1715"/>
                  </a:lnTo>
                  <a:lnTo>
                    <a:pt x="2400" y="1715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6427767" y="3002433"/>
              <a:ext cx="366348" cy="255377"/>
            </a:xfrm>
            <a:custGeom>
              <a:rect b="b" l="l" r="r" t="t"/>
              <a:pathLst>
                <a:path extrusionOk="0" h="1604" w="2301">
                  <a:moveTo>
                    <a:pt x="1" y="0"/>
                  </a:moveTo>
                  <a:lnTo>
                    <a:pt x="1" y="1604"/>
                  </a:lnTo>
                  <a:lnTo>
                    <a:pt x="2301" y="1604"/>
                  </a:lnTo>
                  <a:lnTo>
                    <a:pt x="230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6419010" y="2993517"/>
              <a:ext cx="382110" cy="273049"/>
            </a:xfrm>
            <a:custGeom>
              <a:rect b="b" l="l" r="r" t="t"/>
              <a:pathLst>
                <a:path extrusionOk="0" h="1715" w="2400">
                  <a:moveTo>
                    <a:pt x="2300" y="112"/>
                  </a:moveTo>
                  <a:lnTo>
                    <a:pt x="2300" y="1615"/>
                  </a:lnTo>
                  <a:lnTo>
                    <a:pt x="111" y="1615"/>
                  </a:lnTo>
                  <a:lnTo>
                    <a:pt x="111" y="112"/>
                  </a:lnTo>
                  <a:close/>
                  <a:moveTo>
                    <a:pt x="0" y="1"/>
                  </a:moveTo>
                  <a:lnTo>
                    <a:pt x="0" y="1715"/>
                  </a:lnTo>
                  <a:lnTo>
                    <a:pt x="2400" y="1715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6422513" y="3388834"/>
              <a:ext cx="834592" cy="24678"/>
            </a:xfrm>
            <a:custGeom>
              <a:rect b="b" l="l" r="r" t="t"/>
              <a:pathLst>
                <a:path extrusionOk="0" h="155" w="5242">
                  <a:moveTo>
                    <a:pt x="0" y="0"/>
                  </a:moveTo>
                  <a:lnTo>
                    <a:pt x="0" y="155"/>
                  </a:lnTo>
                  <a:lnTo>
                    <a:pt x="5242" y="155"/>
                  </a:lnTo>
                  <a:lnTo>
                    <a:pt x="524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6422513" y="3328970"/>
              <a:ext cx="834592" cy="24678"/>
            </a:xfrm>
            <a:custGeom>
              <a:rect b="b" l="l" r="r" t="t"/>
              <a:pathLst>
                <a:path extrusionOk="0" h="155" w="5242">
                  <a:moveTo>
                    <a:pt x="0" y="0"/>
                  </a:moveTo>
                  <a:lnTo>
                    <a:pt x="0" y="155"/>
                  </a:lnTo>
                  <a:lnTo>
                    <a:pt x="5242" y="155"/>
                  </a:lnTo>
                  <a:lnTo>
                    <a:pt x="524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999980" y="3388834"/>
              <a:ext cx="151411" cy="24678"/>
            </a:xfrm>
            <a:custGeom>
              <a:rect b="b" l="l" r="r" t="t"/>
              <a:pathLst>
                <a:path extrusionOk="0" h="155" w="951">
                  <a:moveTo>
                    <a:pt x="0" y="0"/>
                  </a:moveTo>
                  <a:lnTo>
                    <a:pt x="0" y="155"/>
                  </a:lnTo>
                  <a:lnTo>
                    <a:pt x="951" y="15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999980" y="3328970"/>
              <a:ext cx="151411" cy="24678"/>
            </a:xfrm>
            <a:custGeom>
              <a:rect b="b" l="l" r="r" t="t"/>
              <a:pathLst>
                <a:path extrusionOk="0" h="155" w="951">
                  <a:moveTo>
                    <a:pt x="0" y="0"/>
                  </a:moveTo>
                  <a:lnTo>
                    <a:pt x="0" y="155"/>
                  </a:lnTo>
                  <a:lnTo>
                    <a:pt x="951" y="15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5802862" y="3044624"/>
              <a:ext cx="179592" cy="192010"/>
            </a:xfrm>
            <a:custGeom>
              <a:rect b="b" l="l" r="r" t="t"/>
              <a:pathLst>
                <a:path extrusionOk="0" h="1206" w="1128">
                  <a:moveTo>
                    <a:pt x="0" y="1"/>
                  </a:moveTo>
                  <a:lnTo>
                    <a:pt x="0" y="1206"/>
                  </a:lnTo>
                  <a:lnTo>
                    <a:pt x="1128" y="1206"/>
                  </a:lnTo>
                  <a:lnTo>
                    <a:pt x="11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5795698" y="3037618"/>
              <a:ext cx="195672" cy="207932"/>
            </a:xfrm>
            <a:custGeom>
              <a:rect b="b" l="l" r="r" t="t"/>
              <a:pathLst>
                <a:path extrusionOk="0" h="1306" w="1229">
                  <a:moveTo>
                    <a:pt x="1118" y="100"/>
                  </a:moveTo>
                  <a:lnTo>
                    <a:pt x="1118" y="1195"/>
                  </a:lnTo>
                  <a:lnTo>
                    <a:pt x="100" y="1195"/>
                  </a:lnTo>
                  <a:lnTo>
                    <a:pt x="100" y="100"/>
                  </a:lnTo>
                  <a:close/>
                  <a:moveTo>
                    <a:pt x="1" y="0"/>
                  </a:moveTo>
                  <a:lnTo>
                    <a:pt x="1" y="1305"/>
                  </a:lnTo>
                  <a:lnTo>
                    <a:pt x="1228" y="1305"/>
                  </a:lnTo>
                  <a:lnTo>
                    <a:pt x="1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6096766" y="3044624"/>
              <a:ext cx="179751" cy="192010"/>
            </a:xfrm>
            <a:custGeom>
              <a:rect b="b" l="l" r="r" t="t"/>
              <a:pathLst>
                <a:path extrusionOk="0" h="1206" w="1129">
                  <a:moveTo>
                    <a:pt x="1" y="1"/>
                  </a:moveTo>
                  <a:lnTo>
                    <a:pt x="1" y="1206"/>
                  </a:lnTo>
                  <a:lnTo>
                    <a:pt x="1129" y="1206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6088010" y="3037618"/>
              <a:ext cx="197264" cy="207932"/>
            </a:xfrm>
            <a:custGeom>
              <a:rect b="b" l="l" r="r" t="t"/>
              <a:pathLst>
                <a:path extrusionOk="0" h="1306" w="1239">
                  <a:moveTo>
                    <a:pt x="1128" y="100"/>
                  </a:moveTo>
                  <a:lnTo>
                    <a:pt x="1128" y="1195"/>
                  </a:lnTo>
                  <a:lnTo>
                    <a:pt x="111" y="1195"/>
                  </a:lnTo>
                  <a:lnTo>
                    <a:pt x="111" y="100"/>
                  </a:lnTo>
                  <a:close/>
                  <a:moveTo>
                    <a:pt x="0" y="0"/>
                  </a:moveTo>
                  <a:lnTo>
                    <a:pt x="0" y="1305"/>
                  </a:lnTo>
                  <a:lnTo>
                    <a:pt x="1239" y="1305"/>
                  </a:lnTo>
                  <a:lnTo>
                    <a:pt x="1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403096" y="3044624"/>
              <a:ext cx="179751" cy="192010"/>
            </a:xfrm>
            <a:custGeom>
              <a:rect b="b" l="l" r="r" t="t"/>
              <a:pathLst>
                <a:path extrusionOk="0" h="1206" w="1129">
                  <a:moveTo>
                    <a:pt x="0" y="1"/>
                  </a:moveTo>
                  <a:lnTo>
                    <a:pt x="0" y="1206"/>
                  </a:lnTo>
                  <a:lnTo>
                    <a:pt x="1128" y="1206"/>
                  </a:lnTo>
                  <a:lnTo>
                    <a:pt x="11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396091" y="3037618"/>
              <a:ext cx="195513" cy="207932"/>
            </a:xfrm>
            <a:custGeom>
              <a:rect b="b" l="l" r="r" t="t"/>
              <a:pathLst>
                <a:path extrusionOk="0" h="1306" w="1228">
                  <a:moveTo>
                    <a:pt x="1128" y="100"/>
                  </a:moveTo>
                  <a:lnTo>
                    <a:pt x="1128" y="1195"/>
                  </a:lnTo>
                  <a:lnTo>
                    <a:pt x="100" y="1195"/>
                  </a:lnTo>
                  <a:lnTo>
                    <a:pt x="100" y="100"/>
                  </a:lnTo>
                  <a:close/>
                  <a:moveTo>
                    <a:pt x="0" y="0"/>
                  </a:moveTo>
                  <a:lnTo>
                    <a:pt x="0" y="1305"/>
                  </a:lnTo>
                  <a:lnTo>
                    <a:pt x="1228" y="1305"/>
                  </a:lnTo>
                  <a:lnTo>
                    <a:pt x="1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697160" y="3044624"/>
              <a:ext cx="179592" cy="192010"/>
            </a:xfrm>
            <a:custGeom>
              <a:rect b="b" l="l" r="r" t="t"/>
              <a:pathLst>
                <a:path extrusionOk="0" h="1206" w="1128">
                  <a:moveTo>
                    <a:pt x="0" y="1"/>
                  </a:moveTo>
                  <a:lnTo>
                    <a:pt x="0" y="1206"/>
                  </a:lnTo>
                  <a:lnTo>
                    <a:pt x="1128" y="1206"/>
                  </a:lnTo>
                  <a:lnTo>
                    <a:pt x="11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688244" y="3037618"/>
              <a:ext cx="197424" cy="207932"/>
            </a:xfrm>
            <a:custGeom>
              <a:rect b="b" l="l" r="r" t="t"/>
              <a:pathLst>
                <a:path extrusionOk="0" h="1306" w="1240">
                  <a:moveTo>
                    <a:pt x="1129" y="100"/>
                  </a:moveTo>
                  <a:lnTo>
                    <a:pt x="1129" y="1195"/>
                  </a:lnTo>
                  <a:lnTo>
                    <a:pt x="111" y="1195"/>
                  </a:lnTo>
                  <a:lnTo>
                    <a:pt x="111" y="100"/>
                  </a:lnTo>
                  <a:close/>
                  <a:moveTo>
                    <a:pt x="1" y="0"/>
                  </a:moveTo>
                  <a:lnTo>
                    <a:pt x="1" y="1305"/>
                  </a:lnTo>
                  <a:lnTo>
                    <a:pt x="1239" y="1305"/>
                  </a:lnTo>
                  <a:lnTo>
                    <a:pt x="1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5473613" y="2900219"/>
              <a:ext cx="2732405" cy="33753"/>
            </a:xfrm>
            <a:custGeom>
              <a:rect b="b" l="l" r="r" t="t"/>
              <a:pathLst>
                <a:path extrusionOk="0" h="212" w="17162">
                  <a:moveTo>
                    <a:pt x="0" y="1"/>
                  </a:moveTo>
                  <a:lnTo>
                    <a:pt x="0" y="211"/>
                  </a:lnTo>
                  <a:lnTo>
                    <a:pt x="17162" y="211"/>
                  </a:lnTo>
                  <a:lnTo>
                    <a:pt x="171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5473613" y="3507611"/>
              <a:ext cx="2732405" cy="61774"/>
            </a:xfrm>
            <a:custGeom>
              <a:rect b="b" l="l" r="r" t="t"/>
              <a:pathLst>
                <a:path extrusionOk="0" h="388" w="17162">
                  <a:moveTo>
                    <a:pt x="0" y="1"/>
                  </a:moveTo>
                  <a:lnTo>
                    <a:pt x="0" y="388"/>
                  </a:lnTo>
                  <a:lnTo>
                    <a:pt x="17162" y="388"/>
                  </a:lnTo>
                  <a:lnTo>
                    <a:pt x="17162" y="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5697146" y="3600909"/>
              <a:ext cx="250123" cy="212867"/>
            </a:xfrm>
            <a:custGeom>
              <a:rect b="b" l="l" r="r" t="t"/>
              <a:pathLst>
                <a:path extrusionOk="0" h="1337" w="1571">
                  <a:moveTo>
                    <a:pt x="896" y="1"/>
                  </a:moveTo>
                  <a:cubicBezTo>
                    <a:pt x="299" y="1"/>
                    <a:pt x="1" y="720"/>
                    <a:pt x="432" y="1140"/>
                  </a:cubicBezTo>
                  <a:cubicBezTo>
                    <a:pt x="568" y="1275"/>
                    <a:pt x="734" y="1336"/>
                    <a:pt x="898" y="1336"/>
                  </a:cubicBezTo>
                  <a:cubicBezTo>
                    <a:pt x="1241" y="1336"/>
                    <a:pt x="1571" y="1069"/>
                    <a:pt x="1571" y="664"/>
                  </a:cubicBezTo>
                  <a:cubicBezTo>
                    <a:pt x="1571" y="299"/>
                    <a:pt x="1272" y="1"/>
                    <a:pt x="8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6072089" y="3600909"/>
              <a:ext cx="248531" cy="212867"/>
            </a:xfrm>
            <a:custGeom>
              <a:rect b="b" l="l" r="r" t="t"/>
              <a:pathLst>
                <a:path extrusionOk="0" h="1337" w="1561">
                  <a:moveTo>
                    <a:pt x="897" y="1"/>
                  </a:moveTo>
                  <a:cubicBezTo>
                    <a:pt x="300" y="1"/>
                    <a:pt x="1" y="720"/>
                    <a:pt x="421" y="1140"/>
                  </a:cubicBezTo>
                  <a:cubicBezTo>
                    <a:pt x="557" y="1275"/>
                    <a:pt x="723" y="1336"/>
                    <a:pt x="887" y="1336"/>
                  </a:cubicBezTo>
                  <a:cubicBezTo>
                    <a:pt x="1230" y="1336"/>
                    <a:pt x="1560" y="1069"/>
                    <a:pt x="1560" y="664"/>
                  </a:cubicBezTo>
                  <a:cubicBezTo>
                    <a:pt x="1560" y="299"/>
                    <a:pt x="1262" y="1"/>
                    <a:pt x="8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5933097" y="3725890"/>
              <a:ext cx="188508" cy="16080"/>
            </a:xfrm>
            <a:custGeom>
              <a:rect b="b" l="l" r="r" t="t"/>
              <a:pathLst>
                <a:path extrusionOk="0" h="101" w="1184">
                  <a:moveTo>
                    <a:pt x="0" y="1"/>
                  </a:moveTo>
                  <a:lnTo>
                    <a:pt x="0" y="100"/>
                  </a:lnTo>
                  <a:lnTo>
                    <a:pt x="1184" y="100"/>
                  </a:lnTo>
                  <a:lnTo>
                    <a:pt x="11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5933097" y="3750568"/>
              <a:ext cx="188508" cy="16080"/>
            </a:xfrm>
            <a:custGeom>
              <a:rect b="b" l="l" r="r" t="t"/>
              <a:pathLst>
                <a:path extrusionOk="0" h="101" w="1184">
                  <a:moveTo>
                    <a:pt x="0" y="1"/>
                  </a:moveTo>
                  <a:lnTo>
                    <a:pt x="0" y="100"/>
                  </a:lnTo>
                  <a:lnTo>
                    <a:pt x="1184" y="100"/>
                  </a:lnTo>
                  <a:lnTo>
                    <a:pt x="11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5765766" y="3733055"/>
              <a:ext cx="155073" cy="26429"/>
            </a:xfrm>
            <a:custGeom>
              <a:rect b="b" l="l" r="r" t="t"/>
              <a:pathLst>
                <a:path extrusionOk="0" h="166" w="974">
                  <a:moveTo>
                    <a:pt x="1" y="0"/>
                  </a:moveTo>
                  <a:lnTo>
                    <a:pt x="1" y="166"/>
                  </a:lnTo>
                  <a:lnTo>
                    <a:pt x="974" y="166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5781687" y="3697710"/>
              <a:ext cx="35345" cy="21334"/>
            </a:xfrm>
            <a:custGeom>
              <a:rect b="b" l="l" r="r" t="t"/>
              <a:pathLst>
                <a:path extrusionOk="0" h="134" w="222">
                  <a:moveTo>
                    <a:pt x="0" y="1"/>
                  </a:moveTo>
                  <a:lnTo>
                    <a:pt x="0" y="134"/>
                  </a:lnTo>
                  <a:lnTo>
                    <a:pt x="222" y="134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5869731" y="3697710"/>
              <a:ext cx="33594" cy="21334"/>
            </a:xfrm>
            <a:custGeom>
              <a:rect b="b" l="l" r="r" t="t"/>
              <a:pathLst>
                <a:path extrusionOk="0" h="134" w="211">
                  <a:moveTo>
                    <a:pt x="0" y="1"/>
                  </a:moveTo>
                  <a:lnTo>
                    <a:pt x="0" y="134"/>
                  </a:lnTo>
                  <a:lnTo>
                    <a:pt x="210" y="134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6133703" y="3733055"/>
              <a:ext cx="155232" cy="26429"/>
            </a:xfrm>
            <a:custGeom>
              <a:rect b="b" l="l" r="r" t="t"/>
              <a:pathLst>
                <a:path extrusionOk="0" h="166" w="975">
                  <a:moveTo>
                    <a:pt x="1" y="0"/>
                  </a:moveTo>
                  <a:lnTo>
                    <a:pt x="1" y="166"/>
                  </a:lnTo>
                  <a:lnTo>
                    <a:pt x="974" y="166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6151376" y="3697710"/>
              <a:ext cx="35345" cy="21334"/>
            </a:xfrm>
            <a:custGeom>
              <a:rect b="b" l="l" r="r" t="t"/>
              <a:pathLst>
                <a:path extrusionOk="0" h="134" w="222">
                  <a:moveTo>
                    <a:pt x="1" y="1"/>
                  </a:moveTo>
                  <a:lnTo>
                    <a:pt x="1" y="134"/>
                  </a:lnTo>
                  <a:lnTo>
                    <a:pt x="222" y="134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6237668" y="3697710"/>
              <a:ext cx="35345" cy="21334"/>
            </a:xfrm>
            <a:custGeom>
              <a:rect b="b" l="l" r="r" t="t"/>
              <a:pathLst>
                <a:path extrusionOk="0" h="134" w="222">
                  <a:moveTo>
                    <a:pt x="0" y="1"/>
                  </a:moveTo>
                  <a:lnTo>
                    <a:pt x="0" y="134"/>
                  </a:lnTo>
                  <a:lnTo>
                    <a:pt x="222" y="134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5975288" y="3611576"/>
              <a:ext cx="104125" cy="28340"/>
            </a:xfrm>
            <a:custGeom>
              <a:rect b="b" l="l" r="r" t="t"/>
              <a:pathLst>
                <a:path extrusionOk="0" h="178" w="654">
                  <a:moveTo>
                    <a:pt x="1" y="0"/>
                  </a:moveTo>
                  <a:lnTo>
                    <a:pt x="1" y="177"/>
                  </a:lnTo>
                  <a:lnTo>
                    <a:pt x="653" y="177"/>
                  </a:lnTo>
                  <a:lnTo>
                    <a:pt x="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5947108" y="3579893"/>
              <a:ext cx="160486" cy="21175"/>
            </a:xfrm>
            <a:custGeom>
              <a:rect b="b" l="l" r="r" t="t"/>
              <a:pathLst>
                <a:path extrusionOk="0" h="133" w="1008">
                  <a:moveTo>
                    <a:pt x="1" y="0"/>
                  </a:moveTo>
                  <a:lnTo>
                    <a:pt x="1" y="133"/>
                  </a:lnTo>
                  <a:lnTo>
                    <a:pt x="1007" y="133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5765766" y="3634344"/>
              <a:ext cx="523172" cy="84701"/>
            </a:xfrm>
            <a:custGeom>
              <a:rect b="b" l="l" r="r" t="t"/>
              <a:pathLst>
                <a:path extrusionOk="0" h="532" w="3286">
                  <a:moveTo>
                    <a:pt x="1" y="1"/>
                  </a:moveTo>
                  <a:lnTo>
                    <a:pt x="1" y="322"/>
                  </a:lnTo>
                  <a:lnTo>
                    <a:pt x="1107" y="322"/>
                  </a:lnTo>
                  <a:lnTo>
                    <a:pt x="1317" y="532"/>
                  </a:lnTo>
                  <a:lnTo>
                    <a:pt x="1969" y="532"/>
                  </a:lnTo>
                  <a:lnTo>
                    <a:pt x="2190" y="322"/>
                  </a:lnTo>
                  <a:lnTo>
                    <a:pt x="3285" y="322"/>
                  </a:lnTo>
                  <a:lnTo>
                    <a:pt x="3285" y="1"/>
                  </a:lnTo>
                  <a:lnTo>
                    <a:pt x="2190" y="1"/>
                  </a:lnTo>
                  <a:lnTo>
                    <a:pt x="1969" y="111"/>
                  </a:lnTo>
                  <a:lnTo>
                    <a:pt x="1317" y="111"/>
                  </a:lnTo>
                  <a:lnTo>
                    <a:pt x="11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5827381" y="3695958"/>
              <a:ext cx="30091" cy="26588"/>
            </a:xfrm>
            <a:custGeom>
              <a:rect b="b" l="l" r="r" t="t"/>
              <a:pathLst>
                <a:path extrusionOk="0" h="167" w="189">
                  <a:moveTo>
                    <a:pt x="1" y="1"/>
                  </a:moveTo>
                  <a:lnTo>
                    <a:pt x="1" y="167"/>
                  </a:lnTo>
                  <a:lnTo>
                    <a:pt x="189" y="167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5913673" y="3695958"/>
              <a:ext cx="35345" cy="26588"/>
            </a:xfrm>
            <a:custGeom>
              <a:rect b="b" l="l" r="r" t="t"/>
              <a:pathLst>
                <a:path extrusionOk="0" h="167" w="222">
                  <a:moveTo>
                    <a:pt x="1" y="1"/>
                  </a:moveTo>
                  <a:lnTo>
                    <a:pt x="1" y="167"/>
                  </a:lnTo>
                  <a:lnTo>
                    <a:pt x="56" y="167"/>
                  </a:lnTo>
                  <a:lnTo>
                    <a:pt x="56" y="111"/>
                  </a:lnTo>
                  <a:lnTo>
                    <a:pt x="222" y="111"/>
                  </a:lnTo>
                  <a:lnTo>
                    <a:pt x="222" y="78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6197229" y="3695958"/>
              <a:ext cx="29932" cy="26588"/>
            </a:xfrm>
            <a:custGeom>
              <a:rect b="b" l="l" r="r" t="t"/>
              <a:pathLst>
                <a:path extrusionOk="0" h="167" w="188">
                  <a:moveTo>
                    <a:pt x="0" y="1"/>
                  </a:moveTo>
                  <a:lnTo>
                    <a:pt x="0" y="167"/>
                  </a:lnTo>
                  <a:lnTo>
                    <a:pt x="188" y="167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6103772" y="3695958"/>
              <a:ext cx="35504" cy="26588"/>
            </a:xfrm>
            <a:custGeom>
              <a:rect b="b" l="l" r="r" t="t"/>
              <a:pathLst>
                <a:path extrusionOk="0" h="167" w="223">
                  <a:moveTo>
                    <a:pt x="89" y="1"/>
                  </a:moveTo>
                  <a:lnTo>
                    <a:pt x="12" y="78"/>
                  </a:lnTo>
                  <a:cubicBezTo>
                    <a:pt x="1" y="89"/>
                    <a:pt x="1" y="100"/>
                    <a:pt x="12" y="111"/>
                  </a:cubicBezTo>
                  <a:lnTo>
                    <a:pt x="178" y="111"/>
                  </a:lnTo>
                  <a:lnTo>
                    <a:pt x="178" y="167"/>
                  </a:lnTo>
                  <a:lnTo>
                    <a:pt x="222" y="167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7313301" y="3600909"/>
              <a:ext cx="250123" cy="212867"/>
            </a:xfrm>
            <a:custGeom>
              <a:rect b="b" l="l" r="r" t="t"/>
              <a:pathLst>
                <a:path extrusionOk="0" h="1337" w="1571">
                  <a:moveTo>
                    <a:pt x="896" y="1"/>
                  </a:moveTo>
                  <a:cubicBezTo>
                    <a:pt x="299" y="1"/>
                    <a:pt x="1" y="720"/>
                    <a:pt x="432" y="1140"/>
                  </a:cubicBezTo>
                  <a:cubicBezTo>
                    <a:pt x="567" y="1275"/>
                    <a:pt x="734" y="1336"/>
                    <a:pt x="898" y="1336"/>
                  </a:cubicBezTo>
                  <a:cubicBezTo>
                    <a:pt x="1241" y="1336"/>
                    <a:pt x="1571" y="1069"/>
                    <a:pt x="1571" y="664"/>
                  </a:cubicBezTo>
                  <a:cubicBezTo>
                    <a:pt x="1571" y="299"/>
                    <a:pt x="1272" y="1"/>
                    <a:pt x="8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7688244" y="3600909"/>
              <a:ext cx="248371" cy="212867"/>
            </a:xfrm>
            <a:custGeom>
              <a:rect b="b" l="l" r="r" t="t"/>
              <a:pathLst>
                <a:path extrusionOk="0" h="1337" w="1560">
                  <a:moveTo>
                    <a:pt x="896" y="1"/>
                  </a:moveTo>
                  <a:cubicBezTo>
                    <a:pt x="299" y="1"/>
                    <a:pt x="1" y="720"/>
                    <a:pt x="421" y="1140"/>
                  </a:cubicBezTo>
                  <a:cubicBezTo>
                    <a:pt x="557" y="1275"/>
                    <a:pt x="723" y="1336"/>
                    <a:pt x="887" y="1336"/>
                  </a:cubicBezTo>
                  <a:cubicBezTo>
                    <a:pt x="1230" y="1336"/>
                    <a:pt x="1560" y="1069"/>
                    <a:pt x="1560" y="664"/>
                  </a:cubicBezTo>
                  <a:cubicBezTo>
                    <a:pt x="1560" y="299"/>
                    <a:pt x="1261" y="1"/>
                    <a:pt x="8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7549252" y="3725890"/>
              <a:ext cx="188508" cy="16080"/>
            </a:xfrm>
            <a:custGeom>
              <a:rect b="b" l="l" r="r" t="t"/>
              <a:pathLst>
                <a:path extrusionOk="0" h="101" w="1184">
                  <a:moveTo>
                    <a:pt x="0" y="1"/>
                  </a:moveTo>
                  <a:lnTo>
                    <a:pt x="0" y="100"/>
                  </a:lnTo>
                  <a:lnTo>
                    <a:pt x="1183" y="100"/>
                  </a:lnTo>
                  <a:lnTo>
                    <a:pt x="11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7549252" y="3750568"/>
              <a:ext cx="188508" cy="16080"/>
            </a:xfrm>
            <a:custGeom>
              <a:rect b="b" l="l" r="r" t="t"/>
              <a:pathLst>
                <a:path extrusionOk="0" h="101" w="1184">
                  <a:moveTo>
                    <a:pt x="0" y="1"/>
                  </a:moveTo>
                  <a:lnTo>
                    <a:pt x="0" y="100"/>
                  </a:lnTo>
                  <a:lnTo>
                    <a:pt x="1183" y="100"/>
                  </a:lnTo>
                  <a:lnTo>
                    <a:pt x="11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7381921" y="3733055"/>
              <a:ext cx="155073" cy="26429"/>
            </a:xfrm>
            <a:custGeom>
              <a:rect b="b" l="l" r="r" t="t"/>
              <a:pathLst>
                <a:path extrusionOk="0" h="166" w="974">
                  <a:moveTo>
                    <a:pt x="1" y="0"/>
                  </a:moveTo>
                  <a:lnTo>
                    <a:pt x="1" y="166"/>
                  </a:lnTo>
                  <a:lnTo>
                    <a:pt x="974" y="166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7397842" y="3697710"/>
              <a:ext cx="35345" cy="21334"/>
            </a:xfrm>
            <a:custGeom>
              <a:rect b="b" l="l" r="r" t="t"/>
              <a:pathLst>
                <a:path extrusionOk="0" h="134" w="222">
                  <a:moveTo>
                    <a:pt x="0" y="1"/>
                  </a:moveTo>
                  <a:lnTo>
                    <a:pt x="0" y="134"/>
                  </a:lnTo>
                  <a:lnTo>
                    <a:pt x="221" y="134"/>
                  </a:lnTo>
                  <a:lnTo>
                    <a:pt x="2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7485886" y="3697710"/>
              <a:ext cx="33594" cy="21334"/>
            </a:xfrm>
            <a:custGeom>
              <a:rect b="b" l="l" r="r" t="t"/>
              <a:pathLst>
                <a:path extrusionOk="0" h="134" w="211">
                  <a:moveTo>
                    <a:pt x="0" y="1"/>
                  </a:moveTo>
                  <a:lnTo>
                    <a:pt x="0" y="134"/>
                  </a:lnTo>
                  <a:lnTo>
                    <a:pt x="210" y="134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7751610" y="3733055"/>
              <a:ext cx="153322" cy="26429"/>
            </a:xfrm>
            <a:custGeom>
              <a:rect b="b" l="l" r="r" t="t"/>
              <a:pathLst>
                <a:path extrusionOk="0" h="166" w="963">
                  <a:moveTo>
                    <a:pt x="1" y="0"/>
                  </a:moveTo>
                  <a:lnTo>
                    <a:pt x="1" y="166"/>
                  </a:lnTo>
                  <a:lnTo>
                    <a:pt x="963" y="166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7767531" y="3697710"/>
              <a:ext cx="33594" cy="21334"/>
            </a:xfrm>
            <a:custGeom>
              <a:rect b="b" l="l" r="r" t="t"/>
              <a:pathLst>
                <a:path extrusionOk="0" h="134" w="211">
                  <a:moveTo>
                    <a:pt x="0" y="1"/>
                  </a:moveTo>
                  <a:lnTo>
                    <a:pt x="0" y="134"/>
                  </a:lnTo>
                  <a:lnTo>
                    <a:pt x="211" y="134"/>
                  </a:lnTo>
                  <a:lnTo>
                    <a:pt x="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7853824" y="3697710"/>
              <a:ext cx="35345" cy="21334"/>
            </a:xfrm>
            <a:custGeom>
              <a:rect b="b" l="l" r="r" t="t"/>
              <a:pathLst>
                <a:path extrusionOk="0" h="134" w="222">
                  <a:moveTo>
                    <a:pt x="0" y="1"/>
                  </a:moveTo>
                  <a:lnTo>
                    <a:pt x="0" y="134"/>
                  </a:lnTo>
                  <a:lnTo>
                    <a:pt x="221" y="134"/>
                  </a:lnTo>
                  <a:lnTo>
                    <a:pt x="2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7593194" y="3611576"/>
              <a:ext cx="102374" cy="28340"/>
            </a:xfrm>
            <a:custGeom>
              <a:rect b="b" l="l" r="r" t="t"/>
              <a:pathLst>
                <a:path extrusionOk="0" h="178" w="643">
                  <a:moveTo>
                    <a:pt x="1" y="0"/>
                  </a:moveTo>
                  <a:lnTo>
                    <a:pt x="1" y="177"/>
                  </a:lnTo>
                  <a:lnTo>
                    <a:pt x="642" y="177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7563263" y="3579893"/>
              <a:ext cx="160327" cy="21175"/>
            </a:xfrm>
            <a:custGeom>
              <a:rect b="b" l="l" r="r" t="t"/>
              <a:pathLst>
                <a:path extrusionOk="0" h="133" w="1007">
                  <a:moveTo>
                    <a:pt x="1" y="0"/>
                  </a:moveTo>
                  <a:lnTo>
                    <a:pt x="1" y="133"/>
                  </a:lnTo>
                  <a:lnTo>
                    <a:pt x="1007" y="133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7381921" y="3634344"/>
              <a:ext cx="523013" cy="84701"/>
            </a:xfrm>
            <a:custGeom>
              <a:rect b="b" l="l" r="r" t="t"/>
              <a:pathLst>
                <a:path extrusionOk="0" h="532" w="3285">
                  <a:moveTo>
                    <a:pt x="1" y="1"/>
                  </a:moveTo>
                  <a:lnTo>
                    <a:pt x="1" y="322"/>
                  </a:lnTo>
                  <a:lnTo>
                    <a:pt x="1107" y="322"/>
                  </a:lnTo>
                  <a:lnTo>
                    <a:pt x="1317" y="532"/>
                  </a:lnTo>
                  <a:lnTo>
                    <a:pt x="1969" y="532"/>
                  </a:lnTo>
                  <a:lnTo>
                    <a:pt x="2190" y="322"/>
                  </a:lnTo>
                  <a:lnTo>
                    <a:pt x="3285" y="322"/>
                  </a:lnTo>
                  <a:lnTo>
                    <a:pt x="3285" y="1"/>
                  </a:lnTo>
                  <a:lnTo>
                    <a:pt x="2190" y="1"/>
                  </a:lnTo>
                  <a:lnTo>
                    <a:pt x="1969" y="111"/>
                  </a:lnTo>
                  <a:lnTo>
                    <a:pt x="1317" y="111"/>
                  </a:lnTo>
                  <a:lnTo>
                    <a:pt x="11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7443536" y="3695958"/>
              <a:ext cx="30091" cy="26588"/>
            </a:xfrm>
            <a:custGeom>
              <a:rect b="b" l="l" r="r" t="t"/>
              <a:pathLst>
                <a:path extrusionOk="0" h="167" w="189">
                  <a:moveTo>
                    <a:pt x="1" y="1"/>
                  </a:moveTo>
                  <a:lnTo>
                    <a:pt x="1" y="167"/>
                  </a:lnTo>
                  <a:lnTo>
                    <a:pt x="189" y="167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7529828" y="3695958"/>
              <a:ext cx="35345" cy="26588"/>
            </a:xfrm>
            <a:custGeom>
              <a:rect b="b" l="l" r="r" t="t"/>
              <a:pathLst>
                <a:path extrusionOk="0" h="167" w="222">
                  <a:moveTo>
                    <a:pt x="1" y="1"/>
                  </a:moveTo>
                  <a:lnTo>
                    <a:pt x="1" y="167"/>
                  </a:lnTo>
                  <a:lnTo>
                    <a:pt x="56" y="167"/>
                  </a:lnTo>
                  <a:lnTo>
                    <a:pt x="56" y="111"/>
                  </a:lnTo>
                  <a:lnTo>
                    <a:pt x="222" y="111"/>
                  </a:lnTo>
                  <a:lnTo>
                    <a:pt x="222" y="78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7813225" y="3695958"/>
              <a:ext cx="30091" cy="26588"/>
            </a:xfrm>
            <a:custGeom>
              <a:rect b="b" l="l" r="r" t="t"/>
              <a:pathLst>
                <a:path extrusionOk="0" h="167" w="189">
                  <a:moveTo>
                    <a:pt x="1" y="1"/>
                  </a:moveTo>
                  <a:lnTo>
                    <a:pt x="1" y="167"/>
                  </a:lnTo>
                  <a:lnTo>
                    <a:pt x="189" y="167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7721678" y="3695958"/>
              <a:ext cx="35504" cy="26588"/>
            </a:xfrm>
            <a:custGeom>
              <a:rect b="b" l="l" r="r" t="t"/>
              <a:pathLst>
                <a:path extrusionOk="0" h="167" w="223">
                  <a:moveTo>
                    <a:pt x="78" y="1"/>
                  </a:moveTo>
                  <a:lnTo>
                    <a:pt x="1" y="78"/>
                  </a:lnTo>
                  <a:cubicBezTo>
                    <a:pt x="1" y="89"/>
                    <a:pt x="1" y="100"/>
                    <a:pt x="1" y="111"/>
                  </a:cubicBezTo>
                  <a:lnTo>
                    <a:pt x="167" y="111"/>
                  </a:lnTo>
                  <a:lnTo>
                    <a:pt x="167" y="167"/>
                  </a:lnTo>
                  <a:lnTo>
                    <a:pt x="222" y="167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"/>
            <p:cNvSpPr/>
            <p:nvPr/>
          </p:nvSpPr>
          <p:spPr>
            <a:xfrm>
              <a:off x="6390830" y="3634344"/>
              <a:ext cx="897959" cy="26588"/>
            </a:xfrm>
            <a:custGeom>
              <a:rect b="b" l="l" r="r" t="t"/>
              <a:pathLst>
                <a:path extrusionOk="0" h="167" w="5640">
                  <a:moveTo>
                    <a:pt x="0" y="1"/>
                  </a:moveTo>
                  <a:lnTo>
                    <a:pt x="0" y="167"/>
                  </a:lnTo>
                  <a:lnTo>
                    <a:pt x="5640" y="167"/>
                  </a:lnTo>
                  <a:lnTo>
                    <a:pt x="5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"/>
            <p:cNvSpPr/>
            <p:nvPr/>
          </p:nvSpPr>
          <p:spPr>
            <a:xfrm>
              <a:off x="8207591" y="2886049"/>
              <a:ext cx="68939" cy="665827"/>
            </a:xfrm>
            <a:custGeom>
              <a:rect b="b" l="l" r="r" t="t"/>
              <a:pathLst>
                <a:path extrusionOk="0" h="4182" w="433">
                  <a:moveTo>
                    <a:pt x="229" y="1"/>
                  </a:moveTo>
                  <a:cubicBezTo>
                    <a:pt x="223" y="1"/>
                    <a:pt x="217" y="1"/>
                    <a:pt x="211" y="1"/>
                  </a:cubicBezTo>
                  <a:cubicBezTo>
                    <a:pt x="89" y="1"/>
                    <a:pt x="1" y="90"/>
                    <a:pt x="1" y="212"/>
                  </a:cubicBezTo>
                  <a:lnTo>
                    <a:pt x="1" y="3971"/>
                  </a:lnTo>
                  <a:cubicBezTo>
                    <a:pt x="1" y="4082"/>
                    <a:pt x="89" y="4181"/>
                    <a:pt x="211" y="4181"/>
                  </a:cubicBezTo>
                  <a:cubicBezTo>
                    <a:pt x="333" y="4181"/>
                    <a:pt x="432" y="4082"/>
                    <a:pt x="432" y="3971"/>
                  </a:cubicBezTo>
                  <a:lnTo>
                    <a:pt x="432" y="212"/>
                  </a:lnTo>
                  <a:cubicBezTo>
                    <a:pt x="432" y="96"/>
                    <a:pt x="342" y="1"/>
                    <a:pt x="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"/>
            <p:cNvSpPr/>
            <p:nvPr/>
          </p:nvSpPr>
          <p:spPr>
            <a:xfrm>
              <a:off x="8228766" y="3581644"/>
              <a:ext cx="116384" cy="116225"/>
            </a:xfrm>
            <a:custGeom>
              <a:rect b="b" l="l" r="r" t="t"/>
              <a:pathLst>
                <a:path extrusionOk="0" h="730" w="731">
                  <a:moveTo>
                    <a:pt x="0" y="0"/>
                  </a:moveTo>
                  <a:lnTo>
                    <a:pt x="0" y="177"/>
                  </a:lnTo>
                  <a:lnTo>
                    <a:pt x="399" y="177"/>
                  </a:lnTo>
                  <a:lnTo>
                    <a:pt x="399" y="542"/>
                  </a:lnTo>
                  <a:lnTo>
                    <a:pt x="0" y="542"/>
                  </a:lnTo>
                  <a:lnTo>
                    <a:pt x="0" y="730"/>
                  </a:lnTo>
                  <a:lnTo>
                    <a:pt x="730" y="730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3213129" y="2833350"/>
              <a:ext cx="324157" cy="47764"/>
            </a:xfrm>
            <a:custGeom>
              <a:rect b="b" l="l" r="r" t="t"/>
              <a:pathLst>
                <a:path extrusionOk="0" h="300" w="2036">
                  <a:moveTo>
                    <a:pt x="111" y="1"/>
                  </a:moveTo>
                  <a:cubicBezTo>
                    <a:pt x="45" y="1"/>
                    <a:pt x="0" y="56"/>
                    <a:pt x="0" y="122"/>
                  </a:cubicBezTo>
                  <a:lnTo>
                    <a:pt x="0" y="178"/>
                  </a:lnTo>
                  <a:cubicBezTo>
                    <a:pt x="0" y="244"/>
                    <a:pt x="45" y="299"/>
                    <a:pt x="111" y="299"/>
                  </a:cubicBezTo>
                  <a:lnTo>
                    <a:pt x="1913" y="299"/>
                  </a:lnTo>
                  <a:cubicBezTo>
                    <a:pt x="1980" y="299"/>
                    <a:pt x="2035" y="244"/>
                    <a:pt x="2035" y="178"/>
                  </a:cubicBezTo>
                  <a:lnTo>
                    <a:pt x="2035" y="122"/>
                  </a:lnTo>
                  <a:cubicBezTo>
                    <a:pt x="2035" y="56"/>
                    <a:pt x="1980" y="1"/>
                    <a:pt x="1913" y="1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4362795" y="2833350"/>
              <a:ext cx="323997" cy="47764"/>
            </a:xfrm>
            <a:custGeom>
              <a:rect b="b" l="l" r="r" t="t"/>
              <a:pathLst>
                <a:path extrusionOk="0" h="300" w="2035">
                  <a:moveTo>
                    <a:pt x="122" y="1"/>
                  </a:moveTo>
                  <a:cubicBezTo>
                    <a:pt x="55" y="1"/>
                    <a:pt x="0" y="56"/>
                    <a:pt x="0" y="122"/>
                  </a:cubicBezTo>
                  <a:lnTo>
                    <a:pt x="0" y="178"/>
                  </a:lnTo>
                  <a:cubicBezTo>
                    <a:pt x="0" y="244"/>
                    <a:pt x="55" y="299"/>
                    <a:pt x="122" y="299"/>
                  </a:cubicBezTo>
                  <a:lnTo>
                    <a:pt x="1924" y="299"/>
                  </a:lnTo>
                  <a:cubicBezTo>
                    <a:pt x="1990" y="299"/>
                    <a:pt x="2035" y="244"/>
                    <a:pt x="2035" y="178"/>
                  </a:cubicBezTo>
                  <a:lnTo>
                    <a:pt x="2035" y="122"/>
                  </a:lnTo>
                  <a:cubicBezTo>
                    <a:pt x="2035" y="56"/>
                    <a:pt x="1990" y="1"/>
                    <a:pt x="1924" y="1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"/>
            <p:cNvSpPr/>
            <p:nvPr/>
          </p:nvSpPr>
          <p:spPr>
            <a:xfrm>
              <a:off x="6839806" y="2854525"/>
              <a:ext cx="1366202" cy="45853"/>
            </a:xfrm>
            <a:custGeom>
              <a:rect b="b" l="l" r="r" t="t"/>
              <a:pathLst>
                <a:path extrusionOk="0" h="288" w="8581">
                  <a:moveTo>
                    <a:pt x="0" y="0"/>
                  </a:moveTo>
                  <a:lnTo>
                    <a:pt x="0" y="288"/>
                  </a:lnTo>
                  <a:lnTo>
                    <a:pt x="8581" y="288"/>
                  </a:lnTo>
                  <a:lnTo>
                    <a:pt x="858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"/>
            <p:cNvSpPr/>
            <p:nvPr/>
          </p:nvSpPr>
          <p:spPr>
            <a:xfrm>
              <a:off x="5473613" y="2854525"/>
              <a:ext cx="1366362" cy="45853"/>
            </a:xfrm>
            <a:custGeom>
              <a:rect b="b" l="l" r="r" t="t"/>
              <a:pathLst>
                <a:path extrusionOk="0" h="288" w="8582">
                  <a:moveTo>
                    <a:pt x="0" y="0"/>
                  </a:moveTo>
                  <a:lnTo>
                    <a:pt x="0" y="288"/>
                  </a:lnTo>
                  <a:lnTo>
                    <a:pt x="8581" y="288"/>
                  </a:lnTo>
                  <a:lnTo>
                    <a:pt x="858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"/>
            <p:cNvSpPr/>
            <p:nvPr/>
          </p:nvSpPr>
          <p:spPr>
            <a:xfrm>
              <a:off x="7232262" y="2835101"/>
              <a:ext cx="324157" cy="47764"/>
            </a:xfrm>
            <a:custGeom>
              <a:rect b="b" l="l" r="r" t="t"/>
              <a:pathLst>
                <a:path extrusionOk="0" h="300" w="2036">
                  <a:moveTo>
                    <a:pt x="123" y="1"/>
                  </a:moveTo>
                  <a:cubicBezTo>
                    <a:pt x="56" y="1"/>
                    <a:pt x="1" y="56"/>
                    <a:pt x="1" y="122"/>
                  </a:cubicBezTo>
                  <a:lnTo>
                    <a:pt x="1" y="178"/>
                  </a:lnTo>
                  <a:cubicBezTo>
                    <a:pt x="1" y="244"/>
                    <a:pt x="56" y="299"/>
                    <a:pt x="123" y="299"/>
                  </a:cubicBezTo>
                  <a:lnTo>
                    <a:pt x="1925" y="299"/>
                  </a:lnTo>
                  <a:cubicBezTo>
                    <a:pt x="1991" y="299"/>
                    <a:pt x="2035" y="244"/>
                    <a:pt x="2035" y="178"/>
                  </a:cubicBezTo>
                  <a:lnTo>
                    <a:pt x="2035" y="122"/>
                  </a:lnTo>
                  <a:cubicBezTo>
                    <a:pt x="2035" y="56"/>
                    <a:pt x="1991" y="1"/>
                    <a:pt x="1925" y="1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"/>
            <p:cNvSpPr/>
            <p:nvPr/>
          </p:nvSpPr>
          <p:spPr>
            <a:xfrm>
              <a:off x="6123195" y="2835101"/>
              <a:ext cx="324157" cy="47764"/>
            </a:xfrm>
            <a:custGeom>
              <a:rect b="b" l="l" r="r" t="t"/>
              <a:pathLst>
                <a:path extrusionOk="0" h="300" w="2036">
                  <a:moveTo>
                    <a:pt x="122" y="1"/>
                  </a:moveTo>
                  <a:cubicBezTo>
                    <a:pt x="56" y="1"/>
                    <a:pt x="1" y="56"/>
                    <a:pt x="1" y="122"/>
                  </a:cubicBezTo>
                  <a:lnTo>
                    <a:pt x="1" y="178"/>
                  </a:lnTo>
                  <a:cubicBezTo>
                    <a:pt x="1" y="244"/>
                    <a:pt x="56" y="299"/>
                    <a:pt x="122" y="299"/>
                  </a:cubicBezTo>
                  <a:lnTo>
                    <a:pt x="1925" y="299"/>
                  </a:lnTo>
                  <a:cubicBezTo>
                    <a:pt x="1980" y="299"/>
                    <a:pt x="2035" y="244"/>
                    <a:pt x="2035" y="178"/>
                  </a:cubicBezTo>
                  <a:lnTo>
                    <a:pt x="2035" y="122"/>
                  </a:lnTo>
                  <a:cubicBezTo>
                    <a:pt x="2035" y="56"/>
                    <a:pt x="1980" y="1"/>
                    <a:pt x="1925" y="1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1"/>
          <p:cNvGrpSpPr/>
          <p:nvPr/>
        </p:nvGrpSpPr>
        <p:grpSpPr>
          <a:xfrm>
            <a:off x="0" y="9162385"/>
            <a:ext cx="18288000" cy="1124616"/>
            <a:chOff x="0" y="-38100"/>
            <a:chExt cx="1967055" cy="206856"/>
          </a:xfrm>
        </p:grpSpPr>
        <p:sp>
          <p:nvSpPr>
            <p:cNvPr id="280" name="Google Shape;280;p1"/>
            <p:cNvSpPr/>
            <p:nvPr/>
          </p:nvSpPr>
          <p:spPr>
            <a:xfrm>
              <a:off x="0" y="0"/>
              <a:ext cx="1967055" cy="168756"/>
            </a:xfrm>
            <a:custGeom>
              <a:rect b="b" l="l" r="r" t="t"/>
              <a:pathLst>
                <a:path extrusionOk="0" h="168756" w="1967055">
                  <a:moveTo>
                    <a:pt x="0" y="0"/>
                  </a:moveTo>
                  <a:lnTo>
                    <a:pt x="1967055" y="0"/>
                  </a:lnTo>
                  <a:lnTo>
                    <a:pt x="1967055" y="168756"/>
                  </a:lnTo>
                  <a:lnTo>
                    <a:pt x="0" y="168756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</p:sp>
        <p:sp>
          <p:nvSpPr>
            <p:cNvPr id="281" name="Google Shape;281;p1"/>
            <p:cNvSpPr txBox="1"/>
            <p:nvPr/>
          </p:nvSpPr>
          <p:spPr>
            <a:xfrm>
              <a:off x="0" y="-38100"/>
              <a:ext cx="1967055" cy="206856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p1"/>
          <p:cNvSpPr/>
          <p:nvPr/>
        </p:nvSpPr>
        <p:spPr>
          <a:xfrm>
            <a:off x="15202845" y="-506890"/>
            <a:ext cx="3744147" cy="2888342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"/>
          <p:cNvSpPr/>
          <p:nvPr/>
        </p:nvSpPr>
        <p:spPr>
          <a:xfrm>
            <a:off x="10919778" y="3330054"/>
            <a:ext cx="5063320" cy="481765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una plataforma web y móvil que permita a los usuarios del Metro descubrir lugares culturales cercanos a cada estación.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"/>
          <p:cNvSpPr/>
          <p:nvPr/>
        </p:nvSpPr>
        <p:spPr>
          <a:xfrm>
            <a:off x="1635141" y="3330053"/>
            <a:ext cx="5063320" cy="481765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usuarios del Metro de Santiago no cuentan con una plataforma centralizada para conocer la oferta cultural cercana a las estaciones.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"/>
          <p:cNvSpPr/>
          <p:nvPr/>
        </p:nvSpPr>
        <p:spPr>
          <a:xfrm>
            <a:off x="1525041" y="-754646"/>
            <a:ext cx="3301969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3"/>
          <p:cNvSpPr/>
          <p:nvPr/>
        </p:nvSpPr>
        <p:spPr>
          <a:xfrm>
            <a:off x="14111025" y="-547833"/>
            <a:ext cx="3744147" cy="2888342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1" name="Google Shape;291;p3"/>
          <p:cNvGrpSpPr/>
          <p:nvPr/>
        </p:nvGrpSpPr>
        <p:grpSpPr>
          <a:xfrm>
            <a:off x="0" y="9523637"/>
            <a:ext cx="18288000" cy="763363"/>
            <a:chOff x="0" y="-38100"/>
            <a:chExt cx="1967055" cy="206856"/>
          </a:xfrm>
        </p:grpSpPr>
        <p:sp>
          <p:nvSpPr>
            <p:cNvPr id="292" name="Google Shape;292;p3"/>
            <p:cNvSpPr/>
            <p:nvPr/>
          </p:nvSpPr>
          <p:spPr>
            <a:xfrm>
              <a:off x="0" y="0"/>
              <a:ext cx="1967055" cy="168756"/>
            </a:xfrm>
            <a:custGeom>
              <a:rect b="b" l="l" r="r" t="t"/>
              <a:pathLst>
                <a:path extrusionOk="0" h="168756" w="1967055">
                  <a:moveTo>
                    <a:pt x="0" y="0"/>
                  </a:moveTo>
                  <a:lnTo>
                    <a:pt x="1967055" y="0"/>
                  </a:lnTo>
                  <a:lnTo>
                    <a:pt x="1967055" y="168756"/>
                  </a:lnTo>
                  <a:lnTo>
                    <a:pt x="0" y="168756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293" name="Google Shape;293;p3"/>
            <p:cNvSpPr txBox="1"/>
            <p:nvPr/>
          </p:nvSpPr>
          <p:spPr>
            <a:xfrm>
              <a:off x="0" y="-38100"/>
              <a:ext cx="1967055" cy="206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3"/>
          <p:cNvSpPr txBox="1"/>
          <p:nvPr/>
        </p:nvSpPr>
        <p:spPr>
          <a:xfrm>
            <a:off x="3278729" y="1285505"/>
            <a:ext cx="9390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99"/>
              <a:buFont typeface="Arial"/>
              <a:buNone/>
            </a:pPr>
            <a:r>
              <a:rPr b="0" i="0" lang="en-US" sz="4700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Contexto del proyecto</a:t>
            </a:r>
            <a:endParaRPr b="0" i="0" sz="4800" u="none" cap="none" strike="noStrike">
              <a:solidFill>
                <a:srgbClr val="000000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295" name="Google Shape;295;p3"/>
          <p:cNvSpPr txBox="1"/>
          <p:nvPr/>
        </p:nvSpPr>
        <p:spPr>
          <a:xfrm>
            <a:off x="2461104" y="3410266"/>
            <a:ext cx="319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"/>
          <p:cNvSpPr txBox="1"/>
          <p:nvPr/>
        </p:nvSpPr>
        <p:spPr>
          <a:xfrm>
            <a:off x="11742476" y="3410266"/>
            <a:ext cx="3417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p3"/>
          <p:cNvGrpSpPr/>
          <p:nvPr/>
        </p:nvGrpSpPr>
        <p:grpSpPr>
          <a:xfrm>
            <a:off x="3359955" y="1448872"/>
            <a:ext cx="397338" cy="396557"/>
            <a:chOff x="-31094350" y="3194000"/>
            <a:chExt cx="292225" cy="291650"/>
          </a:xfrm>
        </p:grpSpPr>
        <p:sp>
          <p:nvSpPr>
            <p:cNvPr id="298" name="Google Shape;298;p3"/>
            <p:cNvSpPr/>
            <p:nvPr/>
          </p:nvSpPr>
          <p:spPr>
            <a:xfrm>
              <a:off x="-31033700" y="3194000"/>
              <a:ext cx="103200" cy="34100"/>
            </a:xfrm>
            <a:custGeom>
              <a:rect b="b" l="l" r="r" t="t"/>
              <a:pathLst>
                <a:path extrusionOk="0" h="1364" w="4128">
                  <a:moveTo>
                    <a:pt x="645" y="0"/>
                  </a:moveTo>
                  <a:cubicBezTo>
                    <a:pt x="263" y="0"/>
                    <a:pt x="0" y="296"/>
                    <a:pt x="0" y="670"/>
                  </a:cubicBezTo>
                  <a:lnTo>
                    <a:pt x="0" y="1016"/>
                  </a:lnTo>
                  <a:cubicBezTo>
                    <a:pt x="0" y="1205"/>
                    <a:pt x="158" y="1363"/>
                    <a:pt x="347" y="1363"/>
                  </a:cubicBezTo>
                  <a:lnTo>
                    <a:pt x="3781" y="1363"/>
                  </a:lnTo>
                  <a:cubicBezTo>
                    <a:pt x="3970" y="1363"/>
                    <a:pt x="4127" y="1205"/>
                    <a:pt x="4127" y="1016"/>
                  </a:cubicBezTo>
                  <a:lnTo>
                    <a:pt x="4127" y="670"/>
                  </a:lnTo>
                  <a:cubicBezTo>
                    <a:pt x="4127" y="260"/>
                    <a:pt x="3812" y="8"/>
                    <a:pt x="3466" y="8"/>
                  </a:cubicBezTo>
                  <a:lnTo>
                    <a:pt x="756" y="8"/>
                  </a:lnTo>
                  <a:cubicBezTo>
                    <a:pt x="718" y="3"/>
                    <a:pt x="681" y="0"/>
                    <a:pt x="6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2450" lIns="102450" spcFirstLastPara="1" rIns="102450" wrap="square" tIns="10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69"/>
                <a:buFont typeface="Arial"/>
                <a:buNone/>
              </a:pPr>
              <a:r>
                <a:t/>
              </a:r>
              <a:endParaRPr b="0" i="0" sz="1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-31042375" y="3346200"/>
              <a:ext cx="16550" cy="18150"/>
            </a:xfrm>
            <a:custGeom>
              <a:rect b="b" l="l" r="r" t="t"/>
              <a:pathLst>
                <a:path extrusionOk="0" h="726" w="662">
                  <a:moveTo>
                    <a:pt x="1" y="1"/>
                  </a:moveTo>
                  <a:lnTo>
                    <a:pt x="1" y="725"/>
                  </a:lnTo>
                  <a:lnTo>
                    <a:pt x="662" y="725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2450" lIns="102450" spcFirstLastPara="1" rIns="102450" wrap="square" tIns="10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69"/>
                <a:buFont typeface="Arial"/>
                <a:buNone/>
              </a:pPr>
              <a:r>
                <a:t/>
              </a:r>
              <a:endParaRPr b="0" i="0" sz="1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-31042375" y="3278475"/>
              <a:ext cx="16550" cy="16550"/>
            </a:xfrm>
            <a:custGeom>
              <a:rect b="b" l="l" r="r" t="t"/>
              <a:pathLst>
                <a:path extrusionOk="0" h="662" w="662">
                  <a:moveTo>
                    <a:pt x="1" y="0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2450" lIns="102450" spcFirstLastPara="1" rIns="102450" wrap="square" tIns="10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69"/>
                <a:buFont typeface="Arial"/>
                <a:buNone/>
              </a:pPr>
              <a:r>
                <a:t/>
              </a:r>
              <a:endParaRPr b="0" i="0" sz="1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-31042375" y="3416300"/>
              <a:ext cx="16550" cy="16575"/>
            </a:xfrm>
            <a:custGeom>
              <a:rect b="b" l="l" r="r" t="t"/>
              <a:pathLst>
                <a:path extrusionOk="0" h="663" w="662">
                  <a:moveTo>
                    <a:pt x="1" y="1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2450" lIns="102450" spcFirstLastPara="1" rIns="102450" wrap="square" tIns="10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69"/>
                <a:buFont typeface="Arial"/>
                <a:buNone/>
              </a:pPr>
              <a:r>
                <a:t/>
              </a:r>
              <a:endParaRPr b="0" i="0" sz="1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-31094350" y="3210725"/>
              <a:ext cx="222900" cy="274925"/>
            </a:xfrm>
            <a:custGeom>
              <a:rect b="b" l="l" r="r" t="t"/>
              <a:pathLst>
                <a:path extrusionOk="0" h="10997" w="8916">
                  <a:moveTo>
                    <a:pt x="7183" y="2049"/>
                  </a:moveTo>
                  <a:cubicBezTo>
                    <a:pt x="7404" y="2049"/>
                    <a:pt x="7561" y="2206"/>
                    <a:pt x="7561" y="2395"/>
                  </a:cubicBezTo>
                  <a:cubicBezTo>
                    <a:pt x="7561" y="2584"/>
                    <a:pt x="7404" y="2742"/>
                    <a:pt x="7183" y="2742"/>
                  </a:cubicBezTo>
                  <a:lnTo>
                    <a:pt x="4474" y="2742"/>
                  </a:lnTo>
                  <a:cubicBezTo>
                    <a:pt x="4285" y="2742"/>
                    <a:pt x="4127" y="2584"/>
                    <a:pt x="4127" y="2395"/>
                  </a:cubicBezTo>
                  <a:cubicBezTo>
                    <a:pt x="4127" y="2206"/>
                    <a:pt x="4285" y="2049"/>
                    <a:pt x="4474" y="2049"/>
                  </a:cubicBezTo>
                  <a:close/>
                  <a:moveTo>
                    <a:pt x="3151" y="2017"/>
                  </a:moveTo>
                  <a:cubicBezTo>
                    <a:pt x="3340" y="2017"/>
                    <a:pt x="3497" y="2175"/>
                    <a:pt x="3497" y="2364"/>
                  </a:cubicBezTo>
                  <a:lnTo>
                    <a:pt x="3497" y="3750"/>
                  </a:lnTo>
                  <a:cubicBezTo>
                    <a:pt x="3497" y="3939"/>
                    <a:pt x="3340" y="4097"/>
                    <a:pt x="3151" y="4097"/>
                  </a:cubicBezTo>
                  <a:lnTo>
                    <a:pt x="1764" y="4097"/>
                  </a:lnTo>
                  <a:cubicBezTo>
                    <a:pt x="1575" y="4097"/>
                    <a:pt x="1418" y="3939"/>
                    <a:pt x="1418" y="3750"/>
                  </a:cubicBezTo>
                  <a:lnTo>
                    <a:pt x="1418" y="2364"/>
                  </a:lnTo>
                  <a:cubicBezTo>
                    <a:pt x="1418" y="2175"/>
                    <a:pt x="1575" y="2017"/>
                    <a:pt x="1764" y="2017"/>
                  </a:cubicBezTo>
                  <a:close/>
                  <a:moveTo>
                    <a:pt x="5860" y="3372"/>
                  </a:moveTo>
                  <a:cubicBezTo>
                    <a:pt x="6049" y="3372"/>
                    <a:pt x="6207" y="3529"/>
                    <a:pt x="6207" y="3750"/>
                  </a:cubicBezTo>
                  <a:cubicBezTo>
                    <a:pt x="6207" y="3939"/>
                    <a:pt x="6049" y="4097"/>
                    <a:pt x="5860" y="4097"/>
                  </a:cubicBezTo>
                  <a:lnTo>
                    <a:pt x="4474" y="4097"/>
                  </a:lnTo>
                  <a:cubicBezTo>
                    <a:pt x="4285" y="4097"/>
                    <a:pt x="4127" y="3939"/>
                    <a:pt x="4127" y="3750"/>
                  </a:cubicBezTo>
                  <a:cubicBezTo>
                    <a:pt x="4127" y="3529"/>
                    <a:pt x="4285" y="3372"/>
                    <a:pt x="4474" y="3372"/>
                  </a:cubicBezTo>
                  <a:close/>
                  <a:moveTo>
                    <a:pt x="7183" y="4758"/>
                  </a:moveTo>
                  <a:cubicBezTo>
                    <a:pt x="7404" y="4758"/>
                    <a:pt x="7561" y="4916"/>
                    <a:pt x="7561" y="5105"/>
                  </a:cubicBezTo>
                  <a:cubicBezTo>
                    <a:pt x="7561" y="5325"/>
                    <a:pt x="7404" y="5483"/>
                    <a:pt x="7183" y="5483"/>
                  </a:cubicBezTo>
                  <a:lnTo>
                    <a:pt x="4474" y="5483"/>
                  </a:lnTo>
                  <a:cubicBezTo>
                    <a:pt x="4285" y="5483"/>
                    <a:pt x="4127" y="5325"/>
                    <a:pt x="4127" y="5105"/>
                  </a:cubicBezTo>
                  <a:cubicBezTo>
                    <a:pt x="4127" y="4916"/>
                    <a:pt x="4285" y="4758"/>
                    <a:pt x="4474" y="4758"/>
                  </a:cubicBezTo>
                  <a:close/>
                  <a:moveTo>
                    <a:pt x="3151" y="4758"/>
                  </a:moveTo>
                  <a:cubicBezTo>
                    <a:pt x="3340" y="4758"/>
                    <a:pt x="3497" y="4916"/>
                    <a:pt x="3497" y="5105"/>
                  </a:cubicBezTo>
                  <a:lnTo>
                    <a:pt x="3497" y="6491"/>
                  </a:lnTo>
                  <a:cubicBezTo>
                    <a:pt x="3497" y="6680"/>
                    <a:pt x="3340" y="6837"/>
                    <a:pt x="3151" y="6837"/>
                  </a:cubicBezTo>
                  <a:lnTo>
                    <a:pt x="1764" y="6837"/>
                  </a:lnTo>
                  <a:cubicBezTo>
                    <a:pt x="1575" y="6837"/>
                    <a:pt x="1418" y="6680"/>
                    <a:pt x="1418" y="6491"/>
                  </a:cubicBezTo>
                  <a:lnTo>
                    <a:pt x="1418" y="5105"/>
                  </a:lnTo>
                  <a:cubicBezTo>
                    <a:pt x="1418" y="4916"/>
                    <a:pt x="1575" y="4758"/>
                    <a:pt x="1764" y="4758"/>
                  </a:cubicBezTo>
                  <a:close/>
                  <a:moveTo>
                    <a:pt x="5860" y="6144"/>
                  </a:moveTo>
                  <a:cubicBezTo>
                    <a:pt x="6049" y="6144"/>
                    <a:pt x="6207" y="6302"/>
                    <a:pt x="6207" y="6491"/>
                  </a:cubicBezTo>
                  <a:cubicBezTo>
                    <a:pt x="6207" y="6680"/>
                    <a:pt x="6049" y="6837"/>
                    <a:pt x="5860" y="6837"/>
                  </a:cubicBezTo>
                  <a:lnTo>
                    <a:pt x="4474" y="6837"/>
                  </a:lnTo>
                  <a:cubicBezTo>
                    <a:pt x="4285" y="6837"/>
                    <a:pt x="4127" y="6680"/>
                    <a:pt x="4127" y="6491"/>
                  </a:cubicBezTo>
                  <a:cubicBezTo>
                    <a:pt x="4127" y="6302"/>
                    <a:pt x="4285" y="6144"/>
                    <a:pt x="4474" y="6144"/>
                  </a:cubicBezTo>
                  <a:close/>
                  <a:moveTo>
                    <a:pt x="7183" y="7562"/>
                  </a:moveTo>
                  <a:cubicBezTo>
                    <a:pt x="7404" y="7562"/>
                    <a:pt x="7561" y="7720"/>
                    <a:pt x="7561" y="7909"/>
                  </a:cubicBezTo>
                  <a:cubicBezTo>
                    <a:pt x="7561" y="8098"/>
                    <a:pt x="7404" y="8255"/>
                    <a:pt x="7183" y="8255"/>
                  </a:cubicBezTo>
                  <a:lnTo>
                    <a:pt x="4474" y="8255"/>
                  </a:lnTo>
                  <a:cubicBezTo>
                    <a:pt x="4285" y="8255"/>
                    <a:pt x="4127" y="8098"/>
                    <a:pt x="4127" y="7909"/>
                  </a:cubicBezTo>
                  <a:cubicBezTo>
                    <a:pt x="4127" y="7720"/>
                    <a:pt x="4285" y="7562"/>
                    <a:pt x="4474" y="7562"/>
                  </a:cubicBezTo>
                  <a:close/>
                  <a:moveTo>
                    <a:pt x="3151" y="7531"/>
                  </a:moveTo>
                  <a:cubicBezTo>
                    <a:pt x="3340" y="7531"/>
                    <a:pt x="3497" y="7657"/>
                    <a:pt x="3497" y="7877"/>
                  </a:cubicBezTo>
                  <a:lnTo>
                    <a:pt x="3497" y="9232"/>
                  </a:lnTo>
                  <a:cubicBezTo>
                    <a:pt x="3497" y="9452"/>
                    <a:pt x="3340" y="9610"/>
                    <a:pt x="3151" y="9610"/>
                  </a:cubicBezTo>
                  <a:lnTo>
                    <a:pt x="1764" y="9610"/>
                  </a:lnTo>
                  <a:cubicBezTo>
                    <a:pt x="1575" y="9610"/>
                    <a:pt x="1418" y="9452"/>
                    <a:pt x="1418" y="9232"/>
                  </a:cubicBezTo>
                  <a:lnTo>
                    <a:pt x="1418" y="7877"/>
                  </a:lnTo>
                  <a:cubicBezTo>
                    <a:pt x="1418" y="7657"/>
                    <a:pt x="1575" y="7531"/>
                    <a:pt x="1764" y="7531"/>
                  </a:cubicBezTo>
                  <a:close/>
                  <a:moveTo>
                    <a:pt x="5860" y="8885"/>
                  </a:moveTo>
                  <a:cubicBezTo>
                    <a:pt x="6049" y="8885"/>
                    <a:pt x="6207" y="9043"/>
                    <a:pt x="6207" y="9232"/>
                  </a:cubicBezTo>
                  <a:cubicBezTo>
                    <a:pt x="6207" y="9452"/>
                    <a:pt x="6049" y="9610"/>
                    <a:pt x="5860" y="9610"/>
                  </a:cubicBezTo>
                  <a:lnTo>
                    <a:pt x="4474" y="9610"/>
                  </a:lnTo>
                  <a:cubicBezTo>
                    <a:pt x="4285" y="9610"/>
                    <a:pt x="4127" y="9452"/>
                    <a:pt x="4127" y="9232"/>
                  </a:cubicBezTo>
                  <a:cubicBezTo>
                    <a:pt x="4127" y="9043"/>
                    <a:pt x="4285" y="8885"/>
                    <a:pt x="4474" y="8885"/>
                  </a:cubicBezTo>
                  <a:close/>
                  <a:moveTo>
                    <a:pt x="1040" y="1"/>
                  </a:moveTo>
                  <a:cubicBezTo>
                    <a:pt x="504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32" y="10524"/>
                    <a:pt x="504" y="10996"/>
                    <a:pt x="1040" y="10996"/>
                  </a:cubicBezTo>
                  <a:lnTo>
                    <a:pt x="7908" y="10996"/>
                  </a:lnTo>
                  <a:cubicBezTo>
                    <a:pt x="8444" y="10996"/>
                    <a:pt x="8916" y="10524"/>
                    <a:pt x="8916" y="9956"/>
                  </a:cubicBezTo>
                  <a:lnTo>
                    <a:pt x="8916" y="1009"/>
                  </a:lnTo>
                  <a:cubicBezTo>
                    <a:pt x="8916" y="473"/>
                    <a:pt x="8444" y="1"/>
                    <a:pt x="7908" y="1"/>
                  </a:cubicBezTo>
                  <a:lnTo>
                    <a:pt x="7183" y="1"/>
                  </a:lnTo>
                  <a:lnTo>
                    <a:pt x="7183" y="347"/>
                  </a:lnTo>
                  <a:cubicBezTo>
                    <a:pt x="7183" y="915"/>
                    <a:pt x="6711" y="1387"/>
                    <a:pt x="6175" y="1387"/>
                  </a:cubicBezTo>
                  <a:lnTo>
                    <a:pt x="2741" y="1387"/>
                  </a:lnTo>
                  <a:cubicBezTo>
                    <a:pt x="2206" y="1387"/>
                    <a:pt x="1733" y="915"/>
                    <a:pt x="1733" y="347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2450" lIns="102450" spcFirstLastPara="1" rIns="102450" wrap="square" tIns="10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69"/>
                <a:buFont typeface="Arial"/>
                <a:buNone/>
              </a:pPr>
              <a:r>
                <a:t/>
              </a:r>
              <a:endParaRPr b="0" i="0" sz="1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-30853350" y="3295000"/>
              <a:ext cx="51225" cy="104000"/>
            </a:xfrm>
            <a:custGeom>
              <a:rect b="b" l="l" r="r" t="t"/>
              <a:pathLst>
                <a:path extrusionOk="0" h="4160" w="2049">
                  <a:moveTo>
                    <a:pt x="1" y="1"/>
                  </a:moveTo>
                  <a:lnTo>
                    <a:pt x="1" y="4160"/>
                  </a:lnTo>
                  <a:lnTo>
                    <a:pt x="2049" y="4160"/>
                  </a:lnTo>
                  <a:lnTo>
                    <a:pt x="2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2450" lIns="102450" spcFirstLastPara="1" rIns="102450" wrap="square" tIns="10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69"/>
                <a:buFont typeface="Arial"/>
                <a:buNone/>
              </a:pPr>
              <a:r>
                <a:t/>
              </a:r>
              <a:endParaRPr b="0" i="0" sz="1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-30853350" y="3227275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048"/>
                  </a:lnTo>
                  <a:lnTo>
                    <a:pt x="2049" y="2048"/>
                  </a:lnTo>
                  <a:lnTo>
                    <a:pt x="2049" y="1040"/>
                  </a:ln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2450" lIns="102450" spcFirstLastPara="1" rIns="102450" wrap="square" tIns="10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69"/>
                <a:buFont typeface="Arial"/>
                <a:buNone/>
              </a:pPr>
              <a:r>
                <a:t/>
              </a:r>
              <a:endParaRPr b="0" i="0" sz="1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-30851775" y="3416300"/>
              <a:ext cx="46500" cy="51225"/>
            </a:xfrm>
            <a:custGeom>
              <a:rect b="b" l="l" r="r" t="t"/>
              <a:pathLst>
                <a:path extrusionOk="0" h="2049" w="1860">
                  <a:moveTo>
                    <a:pt x="1" y="1"/>
                  </a:moveTo>
                  <a:lnTo>
                    <a:pt x="599" y="1796"/>
                  </a:lnTo>
                  <a:cubicBezTo>
                    <a:pt x="694" y="1985"/>
                    <a:pt x="788" y="2048"/>
                    <a:pt x="946" y="2048"/>
                  </a:cubicBezTo>
                  <a:cubicBezTo>
                    <a:pt x="1103" y="2048"/>
                    <a:pt x="1229" y="1985"/>
                    <a:pt x="1261" y="1796"/>
                  </a:cubicBezTo>
                  <a:lnTo>
                    <a:pt x="18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2450" lIns="102450" spcFirstLastPara="1" rIns="102450" wrap="square" tIns="10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69"/>
                <a:buFont typeface="Arial"/>
                <a:buNone/>
              </a:pPr>
              <a:r>
                <a:t/>
              </a:r>
              <a:endParaRPr b="0" i="0" sz="1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3"/>
          <p:cNvGrpSpPr/>
          <p:nvPr/>
        </p:nvGrpSpPr>
        <p:grpSpPr>
          <a:xfrm>
            <a:off x="17445738" y="-361461"/>
            <a:ext cx="842261" cy="11445375"/>
            <a:chOff x="0" y="-38100"/>
            <a:chExt cx="312987" cy="3014400"/>
          </a:xfrm>
        </p:grpSpPr>
        <p:sp>
          <p:nvSpPr>
            <p:cNvPr id="307" name="Google Shape;307;p3"/>
            <p:cNvSpPr/>
            <p:nvPr/>
          </p:nvSpPr>
          <p:spPr>
            <a:xfrm>
              <a:off x="0" y="0"/>
              <a:ext cx="312987" cy="2976155"/>
            </a:xfrm>
            <a:custGeom>
              <a:rect b="b" l="l" r="r" t="t"/>
              <a:pathLst>
                <a:path extrusionOk="0" h="2976155" w="312987">
                  <a:moveTo>
                    <a:pt x="0" y="0"/>
                  </a:moveTo>
                  <a:lnTo>
                    <a:pt x="312987" y="0"/>
                  </a:lnTo>
                  <a:lnTo>
                    <a:pt x="312987" y="2976155"/>
                  </a:lnTo>
                  <a:lnTo>
                    <a:pt x="0" y="2976155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308" name="Google Shape;308;p3"/>
            <p:cNvSpPr txBox="1"/>
            <p:nvPr/>
          </p:nvSpPr>
          <p:spPr>
            <a:xfrm>
              <a:off x="0" y="-38100"/>
              <a:ext cx="312900" cy="30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"/>
          <p:cNvSpPr txBox="1"/>
          <p:nvPr/>
        </p:nvSpPr>
        <p:spPr>
          <a:xfrm>
            <a:off x="61825" y="1250925"/>
            <a:ext cx="17383800" cy="17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700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Objetivo General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314" name="Google Shape;314;p4"/>
          <p:cNvSpPr/>
          <p:nvPr/>
        </p:nvSpPr>
        <p:spPr>
          <a:xfrm>
            <a:off x="1350400" y="-1095979"/>
            <a:ext cx="3301969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4"/>
          <p:cNvSpPr/>
          <p:nvPr/>
        </p:nvSpPr>
        <p:spPr>
          <a:xfrm>
            <a:off x="14393692" y="-516358"/>
            <a:ext cx="3744147" cy="2888342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6" name="Google Shape;316;p4"/>
          <p:cNvGrpSpPr/>
          <p:nvPr/>
        </p:nvGrpSpPr>
        <p:grpSpPr>
          <a:xfrm>
            <a:off x="0" y="9523638"/>
            <a:ext cx="18288000" cy="785021"/>
            <a:chOff x="0" y="-38100"/>
            <a:chExt cx="2377890" cy="212726"/>
          </a:xfrm>
        </p:grpSpPr>
        <p:sp>
          <p:nvSpPr>
            <p:cNvPr id="317" name="Google Shape;317;p4"/>
            <p:cNvSpPr/>
            <p:nvPr/>
          </p:nvSpPr>
          <p:spPr>
            <a:xfrm>
              <a:off x="0" y="0"/>
              <a:ext cx="2377890" cy="174626"/>
            </a:xfrm>
            <a:custGeom>
              <a:rect b="b" l="l" r="r" t="t"/>
              <a:pathLst>
                <a:path extrusionOk="0" h="174626" w="2377890">
                  <a:moveTo>
                    <a:pt x="0" y="0"/>
                  </a:moveTo>
                  <a:lnTo>
                    <a:pt x="2377890" y="0"/>
                  </a:lnTo>
                  <a:lnTo>
                    <a:pt x="2377890" y="174626"/>
                  </a:lnTo>
                  <a:lnTo>
                    <a:pt x="0" y="174626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318" name="Google Shape;318;p4"/>
            <p:cNvSpPr txBox="1"/>
            <p:nvPr/>
          </p:nvSpPr>
          <p:spPr>
            <a:xfrm>
              <a:off x="0" y="-38100"/>
              <a:ext cx="2377890" cy="212726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4"/>
          <p:cNvSpPr txBox="1"/>
          <p:nvPr/>
        </p:nvSpPr>
        <p:spPr>
          <a:xfrm>
            <a:off x="3310400" y="2752625"/>
            <a:ext cx="123561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proyecto tiene como propósito diseñar y desarrollar una plataforma tecnológica que centralice y difunda información cultural.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Lugares emblematicos, o eventos, como por ejemplo,  Museos, Exposiciones, Teatros, etc…, asociada a las estaciones del Metro de Santiago.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p4"/>
          <p:cNvGrpSpPr/>
          <p:nvPr/>
        </p:nvGrpSpPr>
        <p:grpSpPr>
          <a:xfrm>
            <a:off x="5109859" y="1381701"/>
            <a:ext cx="419623" cy="419659"/>
            <a:chOff x="-6329875" y="3992050"/>
            <a:chExt cx="291425" cy="291450"/>
          </a:xfrm>
        </p:grpSpPr>
        <p:sp>
          <p:nvSpPr>
            <p:cNvPr id="321" name="Google Shape;321;p4"/>
            <p:cNvSpPr/>
            <p:nvPr/>
          </p:nvSpPr>
          <p:spPr>
            <a:xfrm>
              <a:off x="-6090450" y="4077900"/>
              <a:ext cx="52000" cy="34675"/>
            </a:xfrm>
            <a:custGeom>
              <a:rect b="b" l="l" r="r" t="t"/>
              <a:pathLst>
                <a:path extrusionOk="0" h="1387" w="2080">
                  <a:moveTo>
                    <a:pt x="1" y="1"/>
                  </a:moveTo>
                  <a:lnTo>
                    <a:pt x="1" y="1387"/>
                  </a:lnTo>
                  <a:lnTo>
                    <a:pt x="2080" y="1387"/>
                  </a:lnTo>
                  <a:lnTo>
                    <a:pt x="2080" y="1040"/>
                  </a:lnTo>
                  <a:cubicBezTo>
                    <a:pt x="2080" y="473"/>
                    <a:pt x="1607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-6262925" y="3992050"/>
              <a:ext cx="154400" cy="155200"/>
            </a:xfrm>
            <a:custGeom>
              <a:rect b="b" l="l" r="r" t="t"/>
              <a:pathLst>
                <a:path extrusionOk="0" h="6208" w="6176">
                  <a:moveTo>
                    <a:pt x="5167" y="1387"/>
                  </a:moveTo>
                  <a:cubicBezTo>
                    <a:pt x="5608" y="1387"/>
                    <a:pt x="5639" y="2048"/>
                    <a:pt x="5167" y="2048"/>
                  </a:cubicBezTo>
                  <a:lnTo>
                    <a:pt x="1071" y="2048"/>
                  </a:lnTo>
                  <a:cubicBezTo>
                    <a:pt x="1053" y="2051"/>
                    <a:pt x="1035" y="2052"/>
                    <a:pt x="1018" y="2052"/>
                  </a:cubicBezTo>
                  <a:cubicBezTo>
                    <a:pt x="628" y="2052"/>
                    <a:pt x="618" y="1387"/>
                    <a:pt x="1071" y="1387"/>
                  </a:cubicBezTo>
                  <a:close/>
                  <a:moveTo>
                    <a:pt x="5167" y="2773"/>
                  </a:moveTo>
                  <a:cubicBezTo>
                    <a:pt x="5608" y="2773"/>
                    <a:pt x="5639" y="3435"/>
                    <a:pt x="5167" y="3435"/>
                  </a:cubicBezTo>
                  <a:lnTo>
                    <a:pt x="1071" y="3435"/>
                  </a:lnTo>
                  <a:cubicBezTo>
                    <a:pt x="630" y="3435"/>
                    <a:pt x="599" y="2773"/>
                    <a:pt x="1071" y="2773"/>
                  </a:cubicBezTo>
                  <a:close/>
                  <a:moveTo>
                    <a:pt x="5167" y="4159"/>
                  </a:moveTo>
                  <a:cubicBezTo>
                    <a:pt x="5608" y="4159"/>
                    <a:pt x="5639" y="4821"/>
                    <a:pt x="5167" y="4821"/>
                  </a:cubicBezTo>
                  <a:lnTo>
                    <a:pt x="1071" y="4821"/>
                  </a:lnTo>
                  <a:cubicBezTo>
                    <a:pt x="630" y="4821"/>
                    <a:pt x="599" y="4159"/>
                    <a:pt x="1071" y="415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6207"/>
                  </a:lnTo>
                  <a:lnTo>
                    <a:pt x="4726" y="6207"/>
                  </a:lnTo>
                  <a:cubicBezTo>
                    <a:pt x="5041" y="6207"/>
                    <a:pt x="5198" y="5672"/>
                    <a:pt x="5356" y="5420"/>
                  </a:cubicBezTo>
                  <a:cubicBezTo>
                    <a:pt x="5513" y="5104"/>
                    <a:pt x="5828" y="4884"/>
                    <a:pt x="6175" y="4852"/>
                  </a:cubicBezTo>
                  <a:lnTo>
                    <a:pt x="6175" y="379"/>
                  </a:lnTo>
                  <a:cubicBezTo>
                    <a:pt x="6175" y="158"/>
                    <a:pt x="6018" y="1"/>
                    <a:pt x="5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-6329875" y="4044825"/>
              <a:ext cx="51200" cy="102425"/>
            </a:xfrm>
            <a:custGeom>
              <a:rect b="b" l="l" r="r" t="t"/>
              <a:pathLst>
                <a:path extrusionOk="0" h="4097" w="2048">
                  <a:moveTo>
                    <a:pt x="1040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4096"/>
                  </a:lnTo>
                  <a:lnTo>
                    <a:pt x="2048" y="4096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-6329875" y="4129900"/>
              <a:ext cx="291425" cy="153600"/>
            </a:xfrm>
            <a:custGeom>
              <a:rect b="b" l="l" r="r" t="t"/>
              <a:pathLst>
                <a:path extrusionOk="0" h="6144" w="11657">
                  <a:moveTo>
                    <a:pt x="8948" y="0"/>
                  </a:moveTo>
                  <a:cubicBezTo>
                    <a:pt x="8664" y="0"/>
                    <a:pt x="8506" y="473"/>
                    <a:pt x="8349" y="788"/>
                  </a:cubicBezTo>
                  <a:cubicBezTo>
                    <a:pt x="8191" y="1166"/>
                    <a:pt x="7845" y="1355"/>
                    <a:pt x="7467" y="1355"/>
                  </a:cubicBezTo>
                  <a:lnTo>
                    <a:pt x="0" y="1355"/>
                  </a:lnTo>
                  <a:lnTo>
                    <a:pt x="0" y="5135"/>
                  </a:lnTo>
                  <a:cubicBezTo>
                    <a:pt x="0" y="5671"/>
                    <a:pt x="473" y="6143"/>
                    <a:pt x="1040" y="6143"/>
                  </a:cubicBezTo>
                  <a:lnTo>
                    <a:pt x="10649" y="6143"/>
                  </a:lnTo>
                  <a:cubicBezTo>
                    <a:pt x="11184" y="6143"/>
                    <a:pt x="11657" y="5671"/>
                    <a:pt x="11657" y="5135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5" name="Google Shape;325;p4"/>
          <p:cNvGrpSpPr/>
          <p:nvPr/>
        </p:nvGrpSpPr>
        <p:grpSpPr>
          <a:xfrm>
            <a:off x="0" y="6415381"/>
            <a:ext cx="18288354" cy="3108313"/>
            <a:chOff x="-50" y="2772373"/>
            <a:chExt cx="9715445" cy="1783926"/>
          </a:xfrm>
        </p:grpSpPr>
        <p:sp>
          <p:nvSpPr>
            <p:cNvPr id="326" name="Google Shape;326;p4"/>
            <p:cNvSpPr/>
            <p:nvPr/>
          </p:nvSpPr>
          <p:spPr>
            <a:xfrm>
              <a:off x="-50" y="3494675"/>
              <a:ext cx="9150600" cy="190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7" name="Google Shape;327;p4"/>
            <p:cNvGrpSpPr/>
            <p:nvPr/>
          </p:nvGrpSpPr>
          <p:grpSpPr>
            <a:xfrm>
              <a:off x="691624" y="2772373"/>
              <a:ext cx="9023771" cy="1783926"/>
              <a:chOff x="691624" y="2772373"/>
              <a:chExt cx="9023771" cy="1783926"/>
            </a:xfrm>
          </p:grpSpPr>
          <p:grpSp>
            <p:nvGrpSpPr>
              <p:cNvPr id="328" name="Google Shape;328;p4"/>
              <p:cNvGrpSpPr/>
              <p:nvPr/>
            </p:nvGrpSpPr>
            <p:grpSpPr>
              <a:xfrm>
                <a:off x="3917348" y="3121950"/>
                <a:ext cx="5798047" cy="1422316"/>
                <a:chOff x="261325" y="2162222"/>
                <a:chExt cx="3789821" cy="929679"/>
              </a:xfrm>
            </p:grpSpPr>
            <p:sp>
              <p:nvSpPr>
                <p:cNvPr id="329" name="Google Shape;329;p4"/>
                <p:cNvSpPr/>
                <p:nvPr/>
              </p:nvSpPr>
              <p:spPr>
                <a:xfrm>
                  <a:off x="3106893" y="2922306"/>
                  <a:ext cx="95691" cy="169595"/>
                </a:xfrm>
                <a:custGeom>
                  <a:rect b="b" l="l" r="r" t="t"/>
                  <a:pathLst>
                    <a:path extrusionOk="0" h="1152" w="650">
                      <a:moveTo>
                        <a:pt x="21" y="1"/>
                      </a:moveTo>
                      <a:cubicBezTo>
                        <a:pt x="14" y="1"/>
                        <a:pt x="7" y="1"/>
                        <a:pt x="0" y="1"/>
                      </a:cubicBezTo>
                      <a:lnTo>
                        <a:pt x="42" y="1"/>
                      </a:lnTo>
                      <a:cubicBezTo>
                        <a:pt x="35" y="1"/>
                        <a:pt x="28" y="1"/>
                        <a:pt x="21" y="1"/>
                      </a:cubicBezTo>
                      <a:close/>
                      <a:moveTo>
                        <a:pt x="42" y="1"/>
                      </a:moveTo>
                      <a:lnTo>
                        <a:pt x="42" y="1"/>
                      </a:lnTo>
                      <a:cubicBezTo>
                        <a:pt x="48" y="1"/>
                        <a:pt x="54" y="2"/>
                        <a:pt x="60" y="2"/>
                      </a:cubicBezTo>
                      <a:lnTo>
                        <a:pt x="60" y="2"/>
                      </a:lnTo>
                      <a:cubicBezTo>
                        <a:pt x="55" y="2"/>
                        <a:pt x="50" y="1"/>
                        <a:pt x="45" y="1"/>
                      </a:cubicBezTo>
                      <a:close/>
                      <a:moveTo>
                        <a:pt x="60" y="2"/>
                      </a:moveTo>
                      <a:cubicBezTo>
                        <a:pt x="77" y="3"/>
                        <a:pt x="93" y="5"/>
                        <a:pt x="109" y="7"/>
                      </a:cubicBezTo>
                      <a:lnTo>
                        <a:pt x="109" y="7"/>
                      </a:lnTo>
                      <a:cubicBezTo>
                        <a:pt x="93" y="5"/>
                        <a:pt x="77" y="3"/>
                        <a:pt x="60" y="2"/>
                      </a:cubicBezTo>
                      <a:close/>
                      <a:moveTo>
                        <a:pt x="109" y="7"/>
                      </a:moveTo>
                      <a:cubicBezTo>
                        <a:pt x="214" y="22"/>
                        <a:pt x="309" y="65"/>
                        <a:pt x="386" y="128"/>
                      </a:cubicBezTo>
                      <a:lnTo>
                        <a:pt x="386" y="128"/>
                      </a:lnTo>
                      <a:cubicBezTo>
                        <a:pt x="314" y="66"/>
                        <a:pt x="221" y="23"/>
                        <a:pt x="109" y="7"/>
                      </a:cubicBezTo>
                      <a:close/>
                      <a:moveTo>
                        <a:pt x="386" y="128"/>
                      </a:moveTo>
                      <a:lnTo>
                        <a:pt x="386" y="128"/>
                      </a:lnTo>
                      <a:cubicBezTo>
                        <a:pt x="650" y="349"/>
                        <a:pt x="650" y="803"/>
                        <a:pt x="386" y="1025"/>
                      </a:cubicBezTo>
                      <a:lnTo>
                        <a:pt x="386" y="1025"/>
                      </a:lnTo>
                      <a:cubicBezTo>
                        <a:pt x="516" y="921"/>
                        <a:pt x="598" y="760"/>
                        <a:pt x="598" y="576"/>
                      </a:cubicBezTo>
                      <a:cubicBezTo>
                        <a:pt x="598" y="392"/>
                        <a:pt x="516" y="232"/>
                        <a:pt x="386" y="128"/>
                      </a:cubicBezTo>
                      <a:close/>
                      <a:moveTo>
                        <a:pt x="386" y="1025"/>
                      </a:moveTo>
                      <a:cubicBezTo>
                        <a:pt x="309" y="1087"/>
                        <a:pt x="214" y="1130"/>
                        <a:pt x="109" y="1145"/>
                      </a:cubicBezTo>
                      <a:lnTo>
                        <a:pt x="109" y="1145"/>
                      </a:lnTo>
                      <a:cubicBezTo>
                        <a:pt x="221" y="1129"/>
                        <a:pt x="314" y="1086"/>
                        <a:pt x="386" y="1025"/>
                      </a:cubicBezTo>
                      <a:close/>
                      <a:moveTo>
                        <a:pt x="109" y="1145"/>
                      </a:moveTo>
                      <a:lnTo>
                        <a:pt x="109" y="1145"/>
                      </a:lnTo>
                      <a:cubicBezTo>
                        <a:pt x="93" y="1147"/>
                        <a:pt x="77" y="1149"/>
                        <a:pt x="60" y="1150"/>
                      </a:cubicBezTo>
                      <a:lnTo>
                        <a:pt x="60" y="1150"/>
                      </a:lnTo>
                      <a:cubicBezTo>
                        <a:pt x="76" y="1149"/>
                        <a:pt x="93" y="1148"/>
                        <a:pt x="109" y="1145"/>
                      </a:cubicBezTo>
                      <a:close/>
                      <a:moveTo>
                        <a:pt x="60" y="1150"/>
                      </a:moveTo>
                      <a:lnTo>
                        <a:pt x="60" y="1150"/>
                      </a:lnTo>
                      <a:cubicBezTo>
                        <a:pt x="54" y="1151"/>
                        <a:pt x="48" y="1151"/>
                        <a:pt x="42" y="1151"/>
                      </a:cubicBezTo>
                      <a:lnTo>
                        <a:pt x="45" y="1151"/>
                      </a:lnTo>
                      <a:cubicBezTo>
                        <a:pt x="50" y="1151"/>
                        <a:pt x="55" y="1151"/>
                        <a:pt x="60" y="1150"/>
                      </a:cubicBezTo>
                      <a:close/>
                      <a:moveTo>
                        <a:pt x="0" y="1151"/>
                      </a:moveTo>
                      <a:cubicBezTo>
                        <a:pt x="7" y="1151"/>
                        <a:pt x="14" y="1152"/>
                        <a:pt x="21" y="1152"/>
                      </a:cubicBezTo>
                      <a:cubicBezTo>
                        <a:pt x="28" y="1152"/>
                        <a:pt x="35" y="1151"/>
                        <a:pt x="42" y="1151"/>
                      </a:cubicBezTo>
                      <a:close/>
                    </a:path>
                  </a:pathLst>
                </a:custGeom>
                <a:solidFill>
                  <a:srgbClr val="888A8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4"/>
                <p:cNvSpPr/>
                <p:nvPr/>
              </p:nvSpPr>
              <p:spPr>
                <a:xfrm>
                  <a:off x="3085694" y="2922306"/>
                  <a:ext cx="105997" cy="169595"/>
                </a:xfrm>
                <a:custGeom>
                  <a:rect b="b" l="l" r="r" t="t"/>
                  <a:pathLst>
                    <a:path extrusionOk="0" h="1152" w="720">
                      <a:moveTo>
                        <a:pt x="21" y="1"/>
                      </a:moveTo>
                      <a:cubicBezTo>
                        <a:pt x="14" y="1"/>
                        <a:pt x="7" y="1"/>
                        <a:pt x="1" y="1"/>
                      </a:cubicBezTo>
                      <a:lnTo>
                        <a:pt x="41" y="1"/>
                      </a:lnTo>
                      <a:cubicBezTo>
                        <a:pt x="34" y="1"/>
                        <a:pt x="28" y="1"/>
                        <a:pt x="21" y="1"/>
                      </a:cubicBezTo>
                      <a:close/>
                      <a:moveTo>
                        <a:pt x="41" y="1"/>
                      </a:moveTo>
                      <a:cubicBezTo>
                        <a:pt x="344" y="12"/>
                        <a:pt x="598" y="258"/>
                        <a:pt x="598" y="576"/>
                      </a:cubicBezTo>
                      <a:cubicBezTo>
                        <a:pt x="598" y="894"/>
                        <a:pt x="344" y="1141"/>
                        <a:pt x="41" y="1151"/>
                      </a:cubicBezTo>
                      <a:lnTo>
                        <a:pt x="144" y="1151"/>
                      </a:lnTo>
                      <a:cubicBezTo>
                        <a:pt x="465" y="1151"/>
                        <a:pt x="719" y="897"/>
                        <a:pt x="719" y="576"/>
                      </a:cubicBezTo>
                      <a:cubicBezTo>
                        <a:pt x="719" y="255"/>
                        <a:pt x="465" y="1"/>
                        <a:pt x="144" y="1"/>
                      </a:cubicBezTo>
                      <a:close/>
                      <a:moveTo>
                        <a:pt x="1" y="1151"/>
                      </a:moveTo>
                      <a:cubicBezTo>
                        <a:pt x="7" y="1151"/>
                        <a:pt x="14" y="1152"/>
                        <a:pt x="21" y="1152"/>
                      </a:cubicBezTo>
                      <a:cubicBezTo>
                        <a:pt x="28" y="1152"/>
                        <a:pt x="34" y="1151"/>
                        <a:pt x="41" y="1151"/>
                      </a:cubicBezTo>
                      <a:close/>
                    </a:path>
                  </a:pathLst>
                </a:custGeom>
                <a:solidFill>
                  <a:srgbClr val="6A6D6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" name="Google Shape;331;p4"/>
                <p:cNvSpPr/>
                <p:nvPr/>
              </p:nvSpPr>
              <p:spPr>
                <a:xfrm>
                  <a:off x="2970128" y="2922453"/>
                  <a:ext cx="197124" cy="169153"/>
                </a:xfrm>
                <a:custGeom>
                  <a:rect b="b" l="l" r="r" t="t"/>
                  <a:pathLst>
                    <a:path extrusionOk="0" h="1149" w="1339">
                      <a:moveTo>
                        <a:pt x="764" y="0"/>
                      </a:moveTo>
                      <a:cubicBezTo>
                        <a:pt x="255" y="0"/>
                        <a:pt x="1" y="619"/>
                        <a:pt x="366" y="984"/>
                      </a:cubicBezTo>
                      <a:cubicBezTo>
                        <a:pt x="479" y="1098"/>
                        <a:pt x="620" y="1149"/>
                        <a:pt x="759" y="1149"/>
                      </a:cubicBezTo>
                      <a:cubicBezTo>
                        <a:pt x="1053" y="1149"/>
                        <a:pt x="1339" y="921"/>
                        <a:pt x="1339" y="575"/>
                      </a:cubicBezTo>
                      <a:cubicBezTo>
                        <a:pt x="1339" y="254"/>
                        <a:pt x="1084" y="0"/>
                        <a:pt x="7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" name="Google Shape;332;p4"/>
                <p:cNvSpPr/>
                <p:nvPr/>
              </p:nvSpPr>
              <p:spPr>
                <a:xfrm>
                  <a:off x="3077597" y="2922306"/>
                  <a:ext cx="92894" cy="169595"/>
                </a:xfrm>
                <a:custGeom>
                  <a:rect b="b" l="l" r="r" t="t"/>
                  <a:pathLst>
                    <a:path extrusionOk="0" h="1152" w="631">
                      <a:moveTo>
                        <a:pt x="21" y="1"/>
                      </a:moveTo>
                      <a:cubicBezTo>
                        <a:pt x="14" y="1"/>
                        <a:pt x="7" y="1"/>
                        <a:pt x="0" y="1"/>
                      </a:cubicBezTo>
                      <a:lnTo>
                        <a:pt x="42" y="1"/>
                      </a:lnTo>
                      <a:cubicBezTo>
                        <a:pt x="35" y="1"/>
                        <a:pt x="28" y="1"/>
                        <a:pt x="21" y="1"/>
                      </a:cubicBezTo>
                      <a:close/>
                      <a:moveTo>
                        <a:pt x="42" y="1"/>
                      </a:moveTo>
                      <a:cubicBezTo>
                        <a:pt x="354" y="12"/>
                        <a:pt x="598" y="258"/>
                        <a:pt x="598" y="576"/>
                      </a:cubicBezTo>
                      <a:cubicBezTo>
                        <a:pt x="598" y="894"/>
                        <a:pt x="354" y="1141"/>
                        <a:pt x="42" y="1151"/>
                      </a:cubicBezTo>
                      <a:lnTo>
                        <a:pt x="56" y="1151"/>
                      </a:lnTo>
                      <a:cubicBezTo>
                        <a:pt x="365" y="1151"/>
                        <a:pt x="631" y="897"/>
                        <a:pt x="631" y="576"/>
                      </a:cubicBezTo>
                      <a:cubicBezTo>
                        <a:pt x="631" y="255"/>
                        <a:pt x="365" y="1"/>
                        <a:pt x="56" y="1"/>
                      </a:cubicBezTo>
                      <a:close/>
                      <a:moveTo>
                        <a:pt x="0" y="1151"/>
                      </a:moveTo>
                      <a:cubicBezTo>
                        <a:pt x="7" y="1151"/>
                        <a:pt x="14" y="1152"/>
                        <a:pt x="21" y="1152"/>
                      </a:cubicBezTo>
                      <a:cubicBezTo>
                        <a:pt x="28" y="1152"/>
                        <a:pt x="35" y="1151"/>
                        <a:pt x="42" y="1151"/>
                      </a:cubicBezTo>
                      <a:close/>
                    </a:path>
                  </a:pathLst>
                </a:custGeom>
                <a:solidFill>
                  <a:srgbClr val="888A8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" name="Google Shape;333;p4"/>
                <p:cNvSpPr/>
                <p:nvPr/>
              </p:nvSpPr>
              <p:spPr>
                <a:xfrm>
                  <a:off x="3473170" y="2922306"/>
                  <a:ext cx="97605" cy="169595"/>
                </a:xfrm>
                <a:custGeom>
                  <a:rect b="b" l="l" r="r" t="t"/>
                  <a:pathLst>
                    <a:path extrusionOk="0" h="1152" w="663">
                      <a:moveTo>
                        <a:pt x="21" y="1"/>
                      </a:moveTo>
                      <a:cubicBezTo>
                        <a:pt x="14" y="1"/>
                        <a:pt x="7" y="1"/>
                        <a:pt x="0" y="1"/>
                      </a:cubicBezTo>
                      <a:lnTo>
                        <a:pt x="34" y="1"/>
                      </a:lnTo>
                      <a:cubicBezTo>
                        <a:pt x="116" y="5"/>
                        <a:pt x="189" y="22"/>
                        <a:pt x="253" y="50"/>
                      </a:cubicBezTo>
                      <a:lnTo>
                        <a:pt x="253" y="50"/>
                      </a:lnTo>
                      <a:cubicBezTo>
                        <a:pt x="181" y="18"/>
                        <a:pt x="103" y="1"/>
                        <a:pt x="21" y="1"/>
                      </a:cubicBezTo>
                      <a:close/>
                      <a:moveTo>
                        <a:pt x="253" y="50"/>
                      </a:moveTo>
                      <a:cubicBezTo>
                        <a:pt x="282" y="62"/>
                        <a:pt x="310" y="77"/>
                        <a:pt x="336" y="95"/>
                      </a:cubicBezTo>
                      <a:lnTo>
                        <a:pt x="336" y="95"/>
                      </a:lnTo>
                      <a:cubicBezTo>
                        <a:pt x="310" y="78"/>
                        <a:pt x="283" y="62"/>
                        <a:pt x="253" y="50"/>
                      </a:cubicBezTo>
                      <a:close/>
                      <a:moveTo>
                        <a:pt x="336" y="95"/>
                      </a:moveTo>
                      <a:cubicBezTo>
                        <a:pt x="663" y="311"/>
                        <a:pt x="663" y="842"/>
                        <a:pt x="336" y="1058"/>
                      </a:cubicBezTo>
                      <a:lnTo>
                        <a:pt x="336" y="1058"/>
                      </a:lnTo>
                      <a:cubicBezTo>
                        <a:pt x="492" y="956"/>
                        <a:pt x="598" y="781"/>
                        <a:pt x="598" y="576"/>
                      </a:cubicBezTo>
                      <a:cubicBezTo>
                        <a:pt x="598" y="371"/>
                        <a:pt x="492" y="196"/>
                        <a:pt x="336" y="95"/>
                      </a:cubicBezTo>
                      <a:close/>
                      <a:moveTo>
                        <a:pt x="336" y="1058"/>
                      </a:moveTo>
                      <a:cubicBezTo>
                        <a:pt x="310" y="1075"/>
                        <a:pt x="282" y="1090"/>
                        <a:pt x="253" y="1103"/>
                      </a:cubicBezTo>
                      <a:lnTo>
                        <a:pt x="253" y="1103"/>
                      </a:lnTo>
                      <a:cubicBezTo>
                        <a:pt x="283" y="1090"/>
                        <a:pt x="310" y="1075"/>
                        <a:pt x="336" y="1058"/>
                      </a:cubicBezTo>
                      <a:close/>
                      <a:moveTo>
                        <a:pt x="253" y="1103"/>
                      </a:moveTo>
                      <a:cubicBezTo>
                        <a:pt x="189" y="1130"/>
                        <a:pt x="116" y="1147"/>
                        <a:pt x="34" y="1151"/>
                      </a:cubicBezTo>
                      <a:lnTo>
                        <a:pt x="0" y="1151"/>
                      </a:lnTo>
                      <a:cubicBezTo>
                        <a:pt x="7" y="1151"/>
                        <a:pt x="14" y="1152"/>
                        <a:pt x="21" y="1152"/>
                      </a:cubicBezTo>
                      <a:cubicBezTo>
                        <a:pt x="103" y="1152"/>
                        <a:pt x="181" y="1134"/>
                        <a:pt x="253" y="1103"/>
                      </a:cubicBezTo>
                      <a:close/>
                    </a:path>
                  </a:pathLst>
                </a:custGeom>
                <a:solidFill>
                  <a:srgbClr val="888A8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" name="Google Shape;334;p4"/>
                <p:cNvSpPr/>
                <p:nvPr/>
              </p:nvSpPr>
              <p:spPr>
                <a:xfrm>
                  <a:off x="3450351" y="2922306"/>
                  <a:ext cx="107616" cy="169595"/>
                </a:xfrm>
                <a:custGeom>
                  <a:rect b="b" l="l" r="r" t="t"/>
                  <a:pathLst>
                    <a:path extrusionOk="0" h="1152" w="731">
                      <a:moveTo>
                        <a:pt x="21" y="1"/>
                      </a:moveTo>
                      <a:cubicBezTo>
                        <a:pt x="15" y="1"/>
                        <a:pt x="8" y="1"/>
                        <a:pt x="1" y="1"/>
                      </a:cubicBezTo>
                      <a:lnTo>
                        <a:pt x="42" y="1"/>
                      </a:lnTo>
                      <a:cubicBezTo>
                        <a:pt x="35" y="1"/>
                        <a:pt x="28" y="1"/>
                        <a:pt x="21" y="1"/>
                      </a:cubicBezTo>
                      <a:close/>
                      <a:moveTo>
                        <a:pt x="42" y="1"/>
                      </a:moveTo>
                      <a:cubicBezTo>
                        <a:pt x="355" y="12"/>
                        <a:pt x="609" y="258"/>
                        <a:pt x="609" y="576"/>
                      </a:cubicBezTo>
                      <a:cubicBezTo>
                        <a:pt x="609" y="894"/>
                        <a:pt x="355" y="1141"/>
                        <a:pt x="42" y="1151"/>
                      </a:cubicBezTo>
                      <a:lnTo>
                        <a:pt x="155" y="1151"/>
                      </a:lnTo>
                      <a:cubicBezTo>
                        <a:pt x="465" y="1151"/>
                        <a:pt x="730" y="897"/>
                        <a:pt x="730" y="576"/>
                      </a:cubicBezTo>
                      <a:cubicBezTo>
                        <a:pt x="730" y="255"/>
                        <a:pt x="465" y="1"/>
                        <a:pt x="155" y="1"/>
                      </a:cubicBezTo>
                      <a:close/>
                      <a:moveTo>
                        <a:pt x="1" y="1151"/>
                      </a:moveTo>
                      <a:cubicBezTo>
                        <a:pt x="8" y="1151"/>
                        <a:pt x="15" y="1152"/>
                        <a:pt x="21" y="1152"/>
                      </a:cubicBezTo>
                      <a:cubicBezTo>
                        <a:pt x="28" y="1152"/>
                        <a:pt x="35" y="1151"/>
                        <a:pt x="42" y="1151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" name="Google Shape;335;p4"/>
                <p:cNvSpPr/>
                <p:nvPr/>
              </p:nvSpPr>
              <p:spPr>
                <a:xfrm>
                  <a:off x="3336405" y="2922453"/>
                  <a:ext cx="197124" cy="169153"/>
                </a:xfrm>
                <a:custGeom>
                  <a:rect b="b" l="l" r="r" t="t"/>
                  <a:pathLst>
                    <a:path extrusionOk="0" h="1149" w="1339">
                      <a:moveTo>
                        <a:pt x="764" y="0"/>
                      </a:moveTo>
                      <a:cubicBezTo>
                        <a:pt x="255" y="0"/>
                        <a:pt x="1" y="619"/>
                        <a:pt x="354" y="984"/>
                      </a:cubicBezTo>
                      <a:cubicBezTo>
                        <a:pt x="472" y="1098"/>
                        <a:pt x="615" y="1149"/>
                        <a:pt x="755" y="1149"/>
                      </a:cubicBezTo>
                      <a:cubicBezTo>
                        <a:pt x="1053" y="1149"/>
                        <a:pt x="1339" y="921"/>
                        <a:pt x="1339" y="575"/>
                      </a:cubicBezTo>
                      <a:cubicBezTo>
                        <a:pt x="1339" y="254"/>
                        <a:pt x="1084" y="0"/>
                        <a:pt x="7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" name="Google Shape;336;p4"/>
                <p:cNvSpPr/>
                <p:nvPr/>
              </p:nvSpPr>
              <p:spPr>
                <a:xfrm>
                  <a:off x="3443874" y="2922306"/>
                  <a:ext cx="91275" cy="169595"/>
                </a:xfrm>
                <a:custGeom>
                  <a:rect b="b" l="l" r="r" t="t"/>
                  <a:pathLst>
                    <a:path extrusionOk="0" h="1152" w="620">
                      <a:moveTo>
                        <a:pt x="21" y="1"/>
                      </a:moveTo>
                      <a:cubicBezTo>
                        <a:pt x="14" y="1"/>
                        <a:pt x="7" y="1"/>
                        <a:pt x="0" y="1"/>
                      </a:cubicBezTo>
                      <a:lnTo>
                        <a:pt x="41" y="1"/>
                      </a:lnTo>
                      <a:cubicBezTo>
                        <a:pt x="34" y="1"/>
                        <a:pt x="27" y="1"/>
                        <a:pt x="21" y="1"/>
                      </a:cubicBezTo>
                      <a:close/>
                      <a:moveTo>
                        <a:pt x="41" y="1"/>
                      </a:moveTo>
                      <a:cubicBezTo>
                        <a:pt x="344" y="12"/>
                        <a:pt x="598" y="258"/>
                        <a:pt x="598" y="576"/>
                      </a:cubicBezTo>
                      <a:cubicBezTo>
                        <a:pt x="598" y="894"/>
                        <a:pt x="344" y="1141"/>
                        <a:pt x="41" y="1151"/>
                      </a:cubicBezTo>
                      <a:lnTo>
                        <a:pt x="45" y="1151"/>
                      </a:lnTo>
                      <a:cubicBezTo>
                        <a:pt x="365" y="1151"/>
                        <a:pt x="620" y="897"/>
                        <a:pt x="620" y="576"/>
                      </a:cubicBezTo>
                      <a:cubicBezTo>
                        <a:pt x="620" y="255"/>
                        <a:pt x="365" y="1"/>
                        <a:pt x="45" y="1"/>
                      </a:cubicBezTo>
                      <a:close/>
                      <a:moveTo>
                        <a:pt x="0" y="1151"/>
                      </a:moveTo>
                      <a:cubicBezTo>
                        <a:pt x="7" y="1151"/>
                        <a:pt x="14" y="1152"/>
                        <a:pt x="21" y="1152"/>
                      </a:cubicBezTo>
                      <a:cubicBezTo>
                        <a:pt x="27" y="1152"/>
                        <a:pt x="34" y="1151"/>
                        <a:pt x="41" y="115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p4"/>
                <p:cNvSpPr/>
                <p:nvPr/>
              </p:nvSpPr>
              <p:spPr>
                <a:xfrm>
                  <a:off x="3079216" y="2810126"/>
                  <a:ext cx="372902" cy="211699"/>
                </a:xfrm>
                <a:custGeom>
                  <a:rect b="b" l="l" r="r" t="t"/>
                  <a:pathLst>
                    <a:path extrusionOk="0" h="1438" w="2533">
                      <a:moveTo>
                        <a:pt x="1272" y="255"/>
                      </a:moveTo>
                      <a:lnTo>
                        <a:pt x="1338" y="310"/>
                      </a:lnTo>
                      <a:lnTo>
                        <a:pt x="1217" y="310"/>
                      </a:lnTo>
                      <a:lnTo>
                        <a:pt x="1272" y="255"/>
                      </a:lnTo>
                      <a:close/>
                      <a:moveTo>
                        <a:pt x="963" y="575"/>
                      </a:moveTo>
                      <a:lnTo>
                        <a:pt x="963" y="1239"/>
                      </a:lnTo>
                      <a:lnTo>
                        <a:pt x="288" y="1239"/>
                      </a:lnTo>
                      <a:lnTo>
                        <a:pt x="963" y="575"/>
                      </a:lnTo>
                      <a:close/>
                      <a:moveTo>
                        <a:pt x="1593" y="575"/>
                      </a:moveTo>
                      <a:lnTo>
                        <a:pt x="2256" y="1239"/>
                      </a:lnTo>
                      <a:lnTo>
                        <a:pt x="1593" y="1239"/>
                      </a:lnTo>
                      <a:lnTo>
                        <a:pt x="1593" y="575"/>
                      </a:lnTo>
                      <a:close/>
                      <a:moveTo>
                        <a:pt x="1250" y="0"/>
                      </a:moveTo>
                      <a:lnTo>
                        <a:pt x="1" y="1239"/>
                      </a:lnTo>
                      <a:lnTo>
                        <a:pt x="1" y="1438"/>
                      </a:lnTo>
                      <a:lnTo>
                        <a:pt x="2533" y="1438"/>
                      </a:lnTo>
                      <a:lnTo>
                        <a:pt x="2533" y="1239"/>
                      </a:lnTo>
                      <a:lnTo>
                        <a:pt x="1316" y="22"/>
                      </a:lnTo>
                      <a:lnTo>
                        <a:pt x="1294" y="44"/>
                      </a:lnTo>
                      <a:lnTo>
                        <a:pt x="12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" name="Google Shape;338;p4"/>
                <p:cNvSpPr/>
                <p:nvPr/>
              </p:nvSpPr>
              <p:spPr>
                <a:xfrm>
                  <a:off x="1296706" y="2922306"/>
                  <a:ext cx="97605" cy="169595"/>
                </a:xfrm>
                <a:custGeom>
                  <a:rect b="b" l="l" r="r" t="t"/>
                  <a:pathLst>
                    <a:path extrusionOk="0" h="1152" w="663">
                      <a:moveTo>
                        <a:pt x="21" y="1"/>
                      </a:moveTo>
                      <a:cubicBezTo>
                        <a:pt x="14" y="1"/>
                        <a:pt x="7" y="1"/>
                        <a:pt x="0" y="1"/>
                      </a:cubicBezTo>
                      <a:lnTo>
                        <a:pt x="34" y="1"/>
                      </a:lnTo>
                      <a:cubicBezTo>
                        <a:pt x="116" y="5"/>
                        <a:pt x="189" y="22"/>
                        <a:pt x="253" y="50"/>
                      </a:cubicBezTo>
                      <a:lnTo>
                        <a:pt x="253" y="50"/>
                      </a:lnTo>
                      <a:cubicBezTo>
                        <a:pt x="182" y="18"/>
                        <a:pt x="103" y="1"/>
                        <a:pt x="21" y="1"/>
                      </a:cubicBezTo>
                      <a:close/>
                      <a:moveTo>
                        <a:pt x="253" y="50"/>
                      </a:moveTo>
                      <a:lnTo>
                        <a:pt x="253" y="50"/>
                      </a:lnTo>
                      <a:cubicBezTo>
                        <a:pt x="282" y="62"/>
                        <a:pt x="310" y="77"/>
                        <a:pt x="336" y="95"/>
                      </a:cubicBezTo>
                      <a:lnTo>
                        <a:pt x="336" y="95"/>
                      </a:lnTo>
                      <a:cubicBezTo>
                        <a:pt x="311" y="78"/>
                        <a:pt x="283" y="62"/>
                        <a:pt x="253" y="50"/>
                      </a:cubicBezTo>
                      <a:close/>
                      <a:moveTo>
                        <a:pt x="336" y="95"/>
                      </a:moveTo>
                      <a:lnTo>
                        <a:pt x="336" y="95"/>
                      </a:lnTo>
                      <a:cubicBezTo>
                        <a:pt x="663" y="311"/>
                        <a:pt x="663" y="842"/>
                        <a:pt x="336" y="1058"/>
                      </a:cubicBezTo>
                      <a:lnTo>
                        <a:pt x="336" y="1058"/>
                      </a:lnTo>
                      <a:cubicBezTo>
                        <a:pt x="492" y="956"/>
                        <a:pt x="598" y="781"/>
                        <a:pt x="598" y="576"/>
                      </a:cubicBezTo>
                      <a:cubicBezTo>
                        <a:pt x="598" y="371"/>
                        <a:pt x="492" y="196"/>
                        <a:pt x="336" y="95"/>
                      </a:cubicBezTo>
                      <a:close/>
                      <a:moveTo>
                        <a:pt x="336" y="1058"/>
                      </a:moveTo>
                      <a:cubicBezTo>
                        <a:pt x="310" y="1075"/>
                        <a:pt x="282" y="1090"/>
                        <a:pt x="253" y="1103"/>
                      </a:cubicBezTo>
                      <a:lnTo>
                        <a:pt x="253" y="1103"/>
                      </a:lnTo>
                      <a:cubicBezTo>
                        <a:pt x="283" y="1090"/>
                        <a:pt x="310" y="1075"/>
                        <a:pt x="336" y="1058"/>
                      </a:cubicBezTo>
                      <a:close/>
                      <a:moveTo>
                        <a:pt x="253" y="1103"/>
                      </a:moveTo>
                      <a:cubicBezTo>
                        <a:pt x="189" y="1130"/>
                        <a:pt x="116" y="1147"/>
                        <a:pt x="34" y="1151"/>
                      </a:cubicBezTo>
                      <a:lnTo>
                        <a:pt x="0" y="1151"/>
                      </a:lnTo>
                      <a:cubicBezTo>
                        <a:pt x="7" y="1151"/>
                        <a:pt x="14" y="1152"/>
                        <a:pt x="21" y="1152"/>
                      </a:cubicBezTo>
                      <a:cubicBezTo>
                        <a:pt x="103" y="1152"/>
                        <a:pt x="181" y="1134"/>
                        <a:pt x="253" y="1103"/>
                      </a:cubicBezTo>
                      <a:close/>
                    </a:path>
                  </a:pathLst>
                </a:custGeom>
                <a:solidFill>
                  <a:srgbClr val="888A8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" name="Google Shape;339;p4"/>
                <p:cNvSpPr/>
                <p:nvPr/>
              </p:nvSpPr>
              <p:spPr>
                <a:xfrm>
                  <a:off x="1273887" y="2922306"/>
                  <a:ext cx="105997" cy="169595"/>
                </a:xfrm>
                <a:custGeom>
                  <a:rect b="b" l="l" r="r" t="t"/>
                  <a:pathLst>
                    <a:path extrusionOk="0" h="1152" w="720">
                      <a:moveTo>
                        <a:pt x="21" y="1"/>
                      </a:moveTo>
                      <a:cubicBezTo>
                        <a:pt x="15" y="1"/>
                        <a:pt x="8" y="1"/>
                        <a:pt x="1" y="1"/>
                      </a:cubicBezTo>
                      <a:lnTo>
                        <a:pt x="42" y="1"/>
                      </a:lnTo>
                      <a:cubicBezTo>
                        <a:pt x="35" y="1"/>
                        <a:pt x="28" y="1"/>
                        <a:pt x="21" y="1"/>
                      </a:cubicBezTo>
                      <a:close/>
                      <a:moveTo>
                        <a:pt x="42" y="1"/>
                      </a:moveTo>
                      <a:cubicBezTo>
                        <a:pt x="355" y="12"/>
                        <a:pt x="609" y="258"/>
                        <a:pt x="609" y="576"/>
                      </a:cubicBezTo>
                      <a:cubicBezTo>
                        <a:pt x="609" y="894"/>
                        <a:pt x="355" y="1141"/>
                        <a:pt x="42" y="1151"/>
                      </a:cubicBezTo>
                      <a:lnTo>
                        <a:pt x="155" y="1151"/>
                      </a:lnTo>
                      <a:cubicBezTo>
                        <a:pt x="465" y="1151"/>
                        <a:pt x="719" y="897"/>
                        <a:pt x="719" y="576"/>
                      </a:cubicBezTo>
                      <a:cubicBezTo>
                        <a:pt x="719" y="255"/>
                        <a:pt x="465" y="1"/>
                        <a:pt x="155" y="1"/>
                      </a:cubicBezTo>
                      <a:close/>
                      <a:moveTo>
                        <a:pt x="1" y="1151"/>
                      </a:moveTo>
                      <a:cubicBezTo>
                        <a:pt x="8" y="1151"/>
                        <a:pt x="15" y="1152"/>
                        <a:pt x="21" y="1152"/>
                      </a:cubicBezTo>
                      <a:cubicBezTo>
                        <a:pt x="28" y="1152"/>
                        <a:pt x="35" y="1151"/>
                        <a:pt x="42" y="1151"/>
                      </a:cubicBezTo>
                      <a:close/>
                    </a:path>
                  </a:pathLst>
                </a:custGeom>
                <a:solidFill>
                  <a:srgbClr val="6A6D6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0" name="Google Shape;340;p4"/>
                <p:cNvSpPr/>
                <p:nvPr/>
              </p:nvSpPr>
              <p:spPr>
                <a:xfrm>
                  <a:off x="1158322" y="2922453"/>
                  <a:ext cx="198744" cy="169153"/>
                </a:xfrm>
                <a:custGeom>
                  <a:rect b="b" l="l" r="r" t="t"/>
                  <a:pathLst>
                    <a:path extrusionOk="0" h="1149" w="1350">
                      <a:moveTo>
                        <a:pt x="775" y="0"/>
                      </a:moveTo>
                      <a:cubicBezTo>
                        <a:pt x="266" y="0"/>
                        <a:pt x="1" y="619"/>
                        <a:pt x="365" y="984"/>
                      </a:cubicBezTo>
                      <a:cubicBezTo>
                        <a:pt x="483" y="1098"/>
                        <a:pt x="626" y="1149"/>
                        <a:pt x="766" y="1149"/>
                      </a:cubicBezTo>
                      <a:cubicBezTo>
                        <a:pt x="1064" y="1149"/>
                        <a:pt x="1350" y="921"/>
                        <a:pt x="1350" y="575"/>
                      </a:cubicBezTo>
                      <a:cubicBezTo>
                        <a:pt x="1350" y="254"/>
                        <a:pt x="1095" y="0"/>
                        <a:pt x="77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1" name="Google Shape;341;p4"/>
                <p:cNvSpPr/>
                <p:nvPr/>
              </p:nvSpPr>
              <p:spPr>
                <a:xfrm>
                  <a:off x="1267410" y="2922306"/>
                  <a:ext cx="91275" cy="169595"/>
                </a:xfrm>
                <a:custGeom>
                  <a:rect b="b" l="l" r="r" t="t"/>
                  <a:pathLst>
                    <a:path extrusionOk="0" h="1152" w="620">
                      <a:moveTo>
                        <a:pt x="21" y="1"/>
                      </a:moveTo>
                      <a:cubicBezTo>
                        <a:pt x="14" y="1"/>
                        <a:pt x="7" y="1"/>
                        <a:pt x="0" y="1"/>
                      </a:cubicBezTo>
                      <a:lnTo>
                        <a:pt x="41" y="1"/>
                      </a:lnTo>
                      <a:cubicBezTo>
                        <a:pt x="34" y="1"/>
                        <a:pt x="27" y="1"/>
                        <a:pt x="21" y="1"/>
                      </a:cubicBezTo>
                      <a:close/>
                      <a:moveTo>
                        <a:pt x="41" y="1"/>
                      </a:moveTo>
                      <a:cubicBezTo>
                        <a:pt x="344" y="12"/>
                        <a:pt x="598" y="258"/>
                        <a:pt x="598" y="576"/>
                      </a:cubicBezTo>
                      <a:cubicBezTo>
                        <a:pt x="598" y="894"/>
                        <a:pt x="344" y="1141"/>
                        <a:pt x="41" y="1151"/>
                      </a:cubicBezTo>
                      <a:lnTo>
                        <a:pt x="45" y="1151"/>
                      </a:lnTo>
                      <a:cubicBezTo>
                        <a:pt x="365" y="1151"/>
                        <a:pt x="620" y="897"/>
                        <a:pt x="620" y="576"/>
                      </a:cubicBezTo>
                      <a:cubicBezTo>
                        <a:pt x="620" y="255"/>
                        <a:pt x="365" y="1"/>
                        <a:pt x="45" y="1"/>
                      </a:cubicBezTo>
                      <a:close/>
                      <a:moveTo>
                        <a:pt x="0" y="1151"/>
                      </a:moveTo>
                      <a:cubicBezTo>
                        <a:pt x="7" y="1151"/>
                        <a:pt x="14" y="1152"/>
                        <a:pt x="21" y="1152"/>
                      </a:cubicBezTo>
                      <a:cubicBezTo>
                        <a:pt x="27" y="1152"/>
                        <a:pt x="34" y="1151"/>
                        <a:pt x="41" y="1151"/>
                      </a:cubicBezTo>
                      <a:close/>
                    </a:path>
                  </a:pathLst>
                </a:custGeom>
                <a:solidFill>
                  <a:srgbClr val="888A8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p4"/>
                <p:cNvSpPr/>
                <p:nvPr/>
              </p:nvSpPr>
              <p:spPr>
                <a:xfrm>
                  <a:off x="1661364" y="2922306"/>
                  <a:ext cx="107616" cy="169595"/>
                </a:xfrm>
                <a:custGeom>
                  <a:rect b="b" l="l" r="r" t="t"/>
                  <a:pathLst>
                    <a:path extrusionOk="0" h="1152" w="731">
                      <a:moveTo>
                        <a:pt x="65" y="1"/>
                      </a:moveTo>
                      <a:cubicBezTo>
                        <a:pt x="58" y="1"/>
                        <a:pt x="51" y="1"/>
                        <a:pt x="45" y="1"/>
                      </a:cubicBezTo>
                      <a:lnTo>
                        <a:pt x="0" y="1"/>
                      </a:lnTo>
                      <a:cubicBezTo>
                        <a:pt x="730" y="34"/>
                        <a:pt x="730" y="1118"/>
                        <a:pt x="0" y="1151"/>
                      </a:cubicBezTo>
                      <a:lnTo>
                        <a:pt x="45" y="1151"/>
                      </a:lnTo>
                      <a:cubicBezTo>
                        <a:pt x="51" y="1151"/>
                        <a:pt x="58" y="1152"/>
                        <a:pt x="65" y="1152"/>
                      </a:cubicBezTo>
                      <a:cubicBezTo>
                        <a:pt x="377" y="1152"/>
                        <a:pt x="642" y="901"/>
                        <a:pt x="642" y="576"/>
                      </a:cubicBezTo>
                      <a:cubicBezTo>
                        <a:pt x="642" y="251"/>
                        <a:pt x="377" y="1"/>
                        <a:pt x="65" y="1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4"/>
                <p:cNvSpPr/>
                <p:nvPr/>
              </p:nvSpPr>
              <p:spPr>
                <a:xfrm>
                  <a:off x="1640165" y="2922306"/>
                  <a:ext cx="105997" cy="169595"/>
                </a:xfrm>
                <a:custGeom>
                  <a:rect b="b" l="l" r="r" t="t"/>
                  <a:pathLst>
                    <a:path extrusionOk="0" h="1152" w="720">
                      <a:moveTo>
                        <a:pt x="21" y="1"/>
                      </a:moveTo>
                      <a:cubicBezTo>
                        <a:pt x="14" y="1"/>
                        <a:pt x="7" y="1"/>
                        <a:pt x="1" y="1"/>
                      </a:cubicBezTo>
                      <a:lnTo>
                        <a:pt x="41" y="1"/>
                      </a:lnTo>
                      <a:cubicBezTo>
                        <a:pt x="34" y="1"/>
                        <a:pt x="27" y="1"/>
                        <a:pt x="21" y="1"/>
                      </a:cubicBezTo>
                      <a:close/>
                      <a:moveTo>
                        <a:pt x="41" y="1"/>
                      </a:moveTo>
                      <a:cubicBezTo>
                        <a:pt x="344" y="12"/>
                        <a:pt x="598" y="258"/>
                        <a:pt x="598" y="576"/>
                      </a:cubicBezTo>
                      <a:cubicBezTo>
                        <a:pt x="598" y="894"/>
                        <a:pt x="344" y="1141"/>
                        <a:pt x="41" y="1151"/>
                      </a:cubicBezTo>
                      <a:lnTo>
                        <a:pt x="144" y="1151"/>
                      </a:lnTo>
                      <a:cubicBezTo>
                        <a:pt x="465" y="1151"/>
                        <a:pt x="719" y="897"/>
                        <a:pt x="719" y="576"/>
                      </a:cubicBezTo>
                      <a:cubicBezTo>
                        <a:pt x="719" y="255"/>
                        <a:pt x="465" y="1"/>
                        <a:pt x="144" y="1"/>
                      </a:cubicBezTo>
                      <a:close/>
                      <a:moveTo>
                        <a:pt x="1" y="1151"/>
                      </a:moveTo>
                      <a:cubicBezTo>
                        <a:pt x="7" y="1151"/>
                        <a:pt x="14" y="1152"/>
                        <a:pt x="21" y="1152"/>
                      </a:cubicBezTo>
                      <a:cubicBezTo>
                        <a:pt x="27" y="1152"/>
                        <a:pt x="34" y="1151"/>
                        <a:pt x="41" y="115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" name="Google Shape;344;p4"/>
                <p:cNvSpPr/>
                <p:nvPr/>
              </p:nvSpPr>
              <p:spPr>
                <a:xfrm>
                  <a:off x="1524599" y="2922453"/>
                  <a:ext cx="197124" cy="169153"/>
                </a:xfrm>
                <a:custGeom>
                  <a:rect b="b" l="l" r="r" t="t"/>
                  <a:pathLst>
                    <a:path extrusionOk="0" h="1149" w="1339">
                      <a:moveTo>
                        <a:pt x="775" y="0"/>
                      </a:moveTo>
                      <a:cubicBezTo>
                        <a:pt x="255" y="0"/>
                        <a:pt x="1" y="619"/>
                        <a:pt x="365" y="984"/>
                      </a:cubicBezTo>
                      <a:cubicBezTo>
                        <a:pt x="483" y="1098"/>
                        <a:pt x="625" y="1149"/>
                        <a:pt x="764" y="1149"/>
                      </a:cubicBezTo>
                      <a:cubicBezTo>
                        <a:pt x="1058" y="1149"/>
                        <a:pt x="1338" y="921"/>
                        <a:pt x="1338" y="575"/>
                      </a:cubicBezTo>
                      <a:cubicBezTo>
                        <a:pt x="1338" y="254"/>
                        <a:pt x="1084" y="0"/>
                        <a:pt x="77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" name="Google Shape;345;p4"/>
                <p:cNvSpPr/>
                <p:nvPr/>
              </p:nvSpPr>
              <p:spPr>
                <a:xfrm>
                  <a:off x="1632068" y="2922453"/>
                  <a:ext cx="107616" cy="169447"/>
                </a:xfrm>
                <a:custGeom>
                  <a:rect b="b" l="l" r="r" t="t"/>
                  <a:pathLst>
                    <a:path extrusionOk="0" h="1151" w="731">
                      <a:moveTo>
                        <a:pt x="0" y="0"/>
                      </a:moveTo>
                      <a:cubicBezTo>
                        <a:pt x="730" y="33"/>
                        <a:pt x="730" y="1117"/>
                        <a:pt x="0" y="1150"/>
                      </a:cubicBezTo>
                      <a:lnTo>
                        <a:pt x="56" y="1150"/>
                      </a:lnTo>
                      <a:cubicBezTo>
                        <a:pt x="376" y="1150"/>
                        <a:pt x="631" y="896"/>
                        <a:pt x="631" y="575"/>
                      </a:cubicBezTo>
                      <a:cubicBezTo>
                        <a:pt x="631" y="254"/>
                        <a:pt x="376" y="0"/>
                        <a:pt x="56" y="0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" name="Google Shape;346;p4"/>
                <p:cNvSpPr/>
                <p:nvPr/>
              </p:nvSpPr>
              <p:spPr>
                <a:xfrm>
                  <a:off x="1278745" y="2810126"/>
                  <a:ext cx="373049" cy="211699"/>
                </a:xfrm>
                <a:custGeom>
                  <a:rect b="b" l="l" r="r" t="t"/>
                  <a:pathLst>
                    <a:path extrusionOk="0" h="1438" w="2534">
                      <a:moveTo>
                        <a:pt x="1272" y="255"/>
                      </a:moveTo>
                      <a:lnTo>
                        <a:pt x="1328" y="310"/>
                      </a:lnTo>
                      <a:lnTo>
                        <a:pt x="1217" y="310"/>
                      </a:lnTo>
                      <a:lnTo>
                        <a:pt x="1272" y="255"/>
                      </a:lnTo>
                      <a:close/>
                      <a:moveTo>
                        <a:pt x="952" y="575"/>
                      </a:moveTo>
                      <a:lnTo>
                        <a:pt x="952" y="1239"/>
                      </a:lnTo>
                      <a:lnTo>
                        <a:pt x="288" y="1239"/>
                      </a:lnTo>
                      <a:lnTo>
                        <a:pt x="952" y="575"/>
                      </a:lnTo>
                      <a:close/>
                      <a:moveTo>
                        <a:pt x="1593" y="575"/>
                      </a:moveTo>
                      <a:lnTo>
                        <a:pt x="2257" y="1239"/>
                      </a:lnTo>
                      <a:lnTo>
                        <a:pt x="1593" y="1239"/>
                      </a:lnTo>
                      <a:lnTo>
                        <a:pt x="1593" y="575"/>
                      </a:lnTo>
                      <a:close/>
                      <a:moveTo>
                        <a:pt x="1250" y="0"/>
                      </a:moveTo>
                      <a:lnTo>
                        <a:pt x="1" y="1239"/>
                      </a:lnTo>
                      <a:lnTo>
                        <a:pt x="1" y="1438"/>
                      </a:lnTo>
                      <a:lnTo>
                        <a:pt x="2533" y="1438"/>
                      </a:lnTo>
                      <a:lnTo>
                        <a:pt x="2533" y="1239"/>
                      </a:lnTo>
                      <a:lnTo>
                        <a:pt x="1317" y="22"/>
                      </a:lnTo>
                      <a:lnTo>
                        <a:pt x="1295" y="44"/>
                      </a:lnTo>
                      <a:lnTo>
                        <a:pt x="1250" y="0"/>
                      </a:lnTo>
                      <a:close/>
                    </a:path>
                  </a:pathLst>
                </a:custGeom>
                <a:solidFill>
                  <a:srgbClr val="4545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" name="Google Shape;347;p4"/>
                <p:cNvSpPr/>
                <p:nvPr/>
              </p:nvSpPr>
              <p:spPr>
                <a:xfrm>
                  <a:off x="1269029" y="2810126"/>
                  <a:ext cx="371283" cy="211699"/>
                </a:xfrm>
                <a:custGeom>
                  <a:rect b="b" l="l" r="r" t="t"/>
                  <a:pathLst>
                    <a:path extrusionOk="0" h="1438" w="2522">
                      <a:moveTo>
                        <a:pt x="1272" y="255"/>
                      </a:moveTo>
                      <a:lnTo>
                        <a:pt x="1327" y="310"/>
                      </a:lnTo>
                      <a:lnTo>
                        <a:pt x="1217" y="310"/>
                      </a:lnTo>
                      <a:lnTo>
                        <a:pt x="1272" y="255"/>
                      </a:lnTo>
                      <a:close/>
                      <a:moveTo>
                        <a:pt x="951" y="575"/>
                      </a:moveTo>
                      <a:lnTo>
                        <a:pt x="951" y="1239"/>
                      </a:lnTo>
                      <a:lnTo>
                        <a:pt x="288" y="1239"/>
                      </a:lnTo>
                      <a:lnTo>
                        <a:pt x="951" y="575"/>
                      </a:lnTo>
                      <a:close/>
                      <a:moveTo>
                        <a:pt x="1582" y="575"/>
                      </a:moveTo>
                      <a:lnTo>
                        <a:pt x="2245" y="1239"/>
                      </a:lnTo>
                      <a:lnTo>
                        <a:pt x="1582" y="1239"/>
                      </a:lnTo>
                      <a:lnTo>
                        <a:pt x="1582" y="575"/>
                      </a:lnTo>
                      <a:close/>
                      <a:moveTo>
                        <a:pt x="1239" y="0"/>
                      </a:moveTo>
                      <a:lnTo>
                        <a:pt x="0" y="1239"/>
                      </a:lnTo>
                      <a:lnTo>
                        <a:pt x="0" y="1438"/>
                      </a:lnTo>
                      <a:lnTo>
                        <a:pt x="2522" y="1438"/>
                      </a:lnTo>
                      <a:lnTo>
                        <a:pt x="2522" y="1239"/>
                      </a:lnTo>
                      <a:lnTo>
                        <a:pt x="1305" y="22"/>
                      </a:lnTo>
                      <a:lnTo>
                        <a:pt x="1283" y="44"/>
                      </a:lnTo>
                      <a:lnTo>
                        <a:pt x="123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" name="Google Shape;348;p4"/>
                <p:cNvSpPr/>
                <p:nvPr/>
              </p:nvSpPr>
              <p:spPr>
                <a:xfrm>
                  <a:off x="2918013" y="2857235"/>
                  <a:ext cx="99519" cy="145009"/>
                </a:xfrm>
                <a:custGeom>
                  <a:rect b="b" l="l" r="r" t="t"/>
                  <a:pathLst>
                    <a:path extrusionOk="0" h="985" w="676">
                      <a:moveTo>
                        <a:pt x="554" y="1"/>
                      </a:moveTo>
                      <a:lnTo>
                        <a:pt x="554" y="432"/>
                      </a:lnTo>
                      <a:lnTo>
                        <a:pt x="1" y="985"/>
                      </a:lnTo>
                      <a:lnTo>
                        <a:pt x="122" y="985"/>
                      </a:lnTo>
                      <a:lnTo>
                        <a:pt x="675" y="432"/>
                      </a:lnTo>
                      <a:lnTo>
                        <a:pt x="675" y="1"/>
                      </a:lnTo>
                      <a:close/>
                    </a:path>
                  </a:pathLst>
                </a:custGeom>
                <a:solidFill>
                  <a:srgbClr val="D3D3D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9" name="Google Shape;349;p4"/>
                <p:cNvSpPr/>
                <p:nvPr/>
              </p:nvSpPr>
              <p:spPr>
                <a:xfrm>
                  <a:off x="1732912" y="2855616"/>
                  <a:ext cx="1266659" cy="146629"/>
                </a:xfrm>
                <a:custGeom>
                  <a:rect b="b" l="l" r="r" t="t"/>
                  <a:pathLst>
                    <a:path extrusionOk="0" h="996" w="8604">
                      <a:moveTo>
                        <a:pt x="1" y="1"/>
                      </a:moveTo>
                      <a:lnTo>
                        <a:pt x="1" y="443"/>
                      </a:lnTo>
                      <a:lnTo>
                        <a:pt x="554" y="996"/>
                      </a:lnTo>
                      <a:lnTo>
                        <a:pt x="8051" y="996"/>
                      </a:lnTo>
                      <a:lnTo>
                        <a:pt x="8604" y="443"/>
                      </a:lnTo>
                      <a:lnTo>
                        <a:pt x="8604" y="1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" name="Google Shape;350;p4"/>
                <p:cNvSpPr/>
                <p:nvPr/>
              </p:nvSpPr>
              <p:spPr>
                <a:xfrm>
                  <a:off x="1732912" y="2857235"/>
                  <a:ext cx="1283001" cy="40926"/>
                </a:xfrm>
                <a:custGeom>
                  <a:rect b="b" l="l" r="r" t="t"/>
                  <a:pathLst>
                    <a:path extrusionOk="0" h="278" w="8715">
                      <a:moveTo>
                        <a:pt x="1" y="1"/>
                      </a:moveTo>
                      <a:lnTo>
                        <a:pt x="1" y="277"/>
                      </a:lnTo>
                      <a:lnTo>
                        <a:pt x="8714" y="277"/>
                      </a:lnTo>
                      <a:lnTo>
                        <a:pt x="8714" y="1"/>
                      </a:lnTo>
                      <a:close/>
                    </a:path>
                  </a:pathLst>
                </a:custGeom>
                <a:solidFill>
                  <a:srgbClr val="A4A4A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" name="Google Shape;351;p4"/>
                <p:cNvSpPr/>
                <p:nvPr/>
              </p:nvSpPr>
              <p:spPr>
                <a:xfrm>
                  <a:off x="1127406" y="2857235"/>
                  <a:ext cx="99372" cy="145009"/>
                </a:xfrm>
                <a:custGeom>
                  <a:rect b="b" l="l" r="r" t="t"/>
                  <a:pathLst>
                    <a:path extrusionOk="0" h="985" w="675">
                      <a:moveTo>
                        <a:pt x="553" y="1"/>
                      </a:moveTo>
                      <a:lnTo>
                        <a:pt x="553" y="432"/>
                      </a:lnTo>
                      <a:lnTo>
                        <a:pt x="0" y="985"/>
                      </a:lnTo>
                      <a:lnTo>
                        <a:pt x="122" y="985"/>
                      </a:lnTo>
                      <a:lnTo>
                        <a:pt x="675" y="432"/>
                      </a:lnTo>
                      <a:lnTo>
                        <a:pt x="675" y="1"/>
                      </a:lnTo>
                      <a:close/>
                    </a:path>
                  </a:pathLst>
                </a:custGeom>
                <a:solidFill>
                  <a:srgbClr val="D3D3D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" name="Google Shape;352;p4"/>
                <p:cNvSpPr/>
                <p:nvPr/>
              </p:nvSpPr>
              <p:spPr>
                <a:xfrm>
                  <a:off x="777470" y="2855616"/>
                  <a:ext cx="431494" cy="146629"/>
                </a:xfrm>
                <a:custGeom>
                  <a:rect b="b" l="l" r="r" t="t"/>
                  <a:pathLst>
                    <a:path extrusionOk="0" h="996" w="2931">
                      <a:moveTo>
                        <a:pt x="0" y="1"/>
                      </a:moveTo>
                      <a:lnTo>
                        <a:pt x="0" y="443"/>
                      </a:lnTo>
                      <a:lnTo>
                        <a:pt x="553" y="996"/>
                      </a:lnTo>
                      <a:lnTo>
                        <a:pt x="2377" y="996"/>
                      </a:lnTo>
                      <a:lnTo>
                        <a:pt x="2930" y="443"/>
                      </a:lnTo>
                      <a:lnTo>
                        <a:pt x="2930" y="1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" name="Google Shape;353;p4"/>
                <p:cNvSpPr/>
                <p:nvPr/>
              </p:nvSpPr>
              <p:spPr>
                <a:xfrm>
                  <a:off x="777470" y="2857235"/>
                  <a:ext cx="449308" cy="40926"/>
                </a:xfrm>
                <a:custGeom>
                  <a:rect b="b" l="l" r="r" t="t"/>
                  <a:pathLst>
                    <a:path extrusionOk="0" h="278" w="3052">
                      <a:moveTo>
                        <a:pt x="0" y="1"/>
                      </a:moveTo>
                      <a:lnTo>
                        <a:pt x="0" y="277"/>
                      </a:lnTo>
                      <a:lnTo>
                        <a:pt x="3052" y="277"/>
                      </a:lnTo>
                      <a:lnTo>
                        <a:pt x="3052" y="1"/>
                      </a:lnTo>
                      <a:close/>
                    </a:path>
                  </a:pathLst>
                </a:custGeom>
                <a:solidFill>
                  <a:srgbClr val="A4A4A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" name="Google Shape;354;p4"/>
                <p:cNvSpPr/>
                <p:nvPr/>
              </p:nvSpPr>
              <p:spPr>
                <a:xfrm>
                  <a:off x="3930575" y="2852377"/>
                  <a:ext cx="18108" cy="149867"/>
                </a:xfrm>
                <a:custGeom>
                  <a:rect b="b" l="l" r="r" t="t"/>
                  <a:pathLst>
                    <a:path extrusionOk="0" h="1018" w="123">
                      <a:moveTo>
                        <a:pt x="1" y="1"/>
                      </a:moveTo>
                      <a:lnTo>
                        <a:pt x="1" y="1018"/>
                      </a:lnTo>
                      <a:lnTo>
                        <a:pt x="122" y="1018"/>
                      </a:lnTo>
                      <a:lnTo>
                        <a:pt x="122" y="1"/>
                      </a:lnTo>
                      <a:close/>
                    </a:path>
                  </a:pathLst>
                </a:custGeom>
                <a:solidFill>
                  <a:srgbClr val="D3D3D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" name="Google Shape;355;p4"/>
                <p:cNvSpPr/>
                <p:nvPr/>
              </p:nvSpPr>
              <p:spPr>
                <a:xfrm>
                  <a:off x="3546485" y="2855616"/>
                  <a:ext cx="384238" cy="146629"/>
                </a:xfrm>
                <a:custGeom>
                  <a:rect b="b" l="l" r="r" t="t"/>
                  <a:pathLst>
                    <a:path extrusionOk="0" h="996" w="2610">
                      <a:moveTo>
                        <a:pt x="0" y="1"/>
                      </a:moveTo>
                      <a:lnTo>
                        <a:pt x="0" y="443"/>
                      </a:lnTo>
                      <a:lnTo>
                        <a:pt x="553" y="996"/>
                      </a:lnTo>
                      <a:lnTo>
                        <a:pt x="2610" y="996"/>
                      </a:lnTo>
                      <a:lnTo>
                        <a:pt x="2610" y="1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" name="Google Shape;356;p4"/>
                <p:cNvSpPr/>
                <p:nvPr/>
              </p:nvSpPr>
              <p:spPr>
                <a:xfrm>
                  <a:off x="3548104" y="2857235"/>
                  <a:ext cx="400579" cy="40926"/>
                </a:xfrm>
                <a:custGeom>
                  <a:rect b="b" l="l" r="r" t="t"/>
                  <a:pathLst>
                    <a:path extrusionOk="0" h="278" w="2721">
                      <a:moveTo>
                        <a:pt x="0" y="1"/>
                      </a:moveTo>
                      <a:lnTo>
                        <a:pt x="0" y="277"/>
                      </a:lnTo>
                      <a:lnTo>
                        <a:pt x="2720" y="277"/>
                      </a:lnTo>
                      <a:lnTo>
                        <a:pt x="272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357;p4"/>
                <p:cNvSpPr/>
                <p:nvPr/>
              </p:nvSpPr>
              <p:spPr>
                <a:xfrm>
                  <a:off x="839301" y="2857235"/>
                  <a:ext cx="2900921" cy="88036"/>
                </a:xfrm>
                <a:custGeom>
                  <a:rect b="b" l="l" r="r" t="t"/>
                  <a:pathLst>
                    <a:path extrusionOk="0" h="598" w="19705">
                      <a:moveTo>
                        <a:pt x="0" y="1"/>
                      </a:moveTo>
                      <a:lnTo>
                        <a:pt x="0" y="598"/>
                      </a:lnTo>
                      <a:lnTo>
                        <a:pt x="19705" y="598"/>
                      </a:lnTo>
                      <a:lnTo>
                        <a:pt x="197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58;p4"/>
                <p:cNvSpPr/>
                <p:nvPr/>
              </p:nvSpPr>
              <p:spPr>
                <a:xfrm>
                  <a:off x="2641391" y="2857235"/>
                  <a:ext cx="99372" cy="145009"/>
                </a:xfrm>
                <a:custGeom>
                  <a:rect b="b" l="l" r="r" t="t"/>
                  <a:pathLst>
                    <a:path extrusionOk="0" h="985" w="675">
                      <a:moveTo>
                        <a:pt x="553" y="1"/>
                      </a:moveTo>
                      <a:lnTo>
                        <a:pt x="553" y="432"/>
                      </a:lnTo>
                      <a:lnTo>
                        <a:pt x="0" y="985"/>
                      </a:lnTo>
                      <a:lnTo>
                        <a:pt x="122" y="985"/>
                      </a:lnTo>
                      <a:lnTo>
                        <a:pt x="675" y="432"/>
                      </a:lnTo>
                      <a:lnTo>
                        <a:pt x="67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4"/>
                <p:cNvSpPr/>
                <p:nvPr/>
              </p:nvSpPr>
              <p:spPr>
                <a:xfrm>
                  <a:off x="1430232" y="2855616"/>
                  <a:ext cx="1292570" cy="146629"/>
                </a:xfrm>
                <a:custGeom>
                  <a:rect b="b" l="l" r="r" t="t"/>
                  <a:pathLst>
                    <a:path extrusionOk="0" h="996" w="8780">
                      <a:moveTo>
                        <a:pt x="0" y="1"/>
                      </a:moveTo>
                      <a:lnTo>
                        <a:pt x="0" y="443"/>
                      </a:lnTo>
                      <a:lnTo>
                        <a:pt x="542" y="996"/>
                      </a:lnTo>
                      <a:lnTo>
                        <a:pt x="8227" y="996"/>
                      </a:lnTo>
                      <a:lnTo>
                        <a:pt x="8780" y="443"/>
                      </a:lnTo>
                      <a:lnTo>
                        <a:pt x="8780" y="1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" name="Google Shape;360;p4"/>
                <p:cNvSpPr/>
                <p:nvPr/>
              </p:nvSpPr>
              <p:spPr>
                <a:xfrm>
                  <a:off x="1430232" y="2857235"/>
                  <a:ext cx="1310530" cy="40926"/>
                </a:xfrm>
                <a:custGeom>
                  <a:rect b="b" l="l" r="r" t="t"/>
                  <a:pathLst>
                    <a:path extrusionOk="0" h="278" w="8902">
                      <a:moveTo>
                        <a:pt x="0" y="1"/>
                      </a:moveTo>
                      <a:lnTo>
                        <a:pt x="0" y="277"/>
                      </a:lnTo>
                      <a:lnTo>
                        <a:pt x="8902" y="277"/>
                      </a:lnTo>
                      <a:lnTo>
                        <a:pt x="890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" name="Google Shape;361;p4"/>
                <p:cNvSpPr/>
                <p:nvPr/>
              </p:nvSpPr>
              <p:spPr>
                <a:xfrm>
                  <a:off x="2605470" y="2948510"/>
                  <a:ext cx="22966" cy="13102"/>
                </a:xfrm>
                <a:custGeom>
                  <a:rect b="b" l="l" r="r" t="t"/>
                  <a:pathLst>
                    <a:path extrusionOk="0" h="89" w="156">
                      <a:moveTo>
                        <a:pt x="1" y="0"/>
                      </a:moveTo>
                      <a:lnTo>
                        <a:pt x="1" y="89"/>
                      </a:lnTo>
                      <a:lnTo>
                        <a:pt x="111" y="89"/>
                      </a:lnTo>
                      <a:cubicBezTo>
                        <a:pt x="133" y="89"/>
                        <a:pt x="145" y="66"/>
                        <a:pt x="156" y="44"/>
                      </a:cubicBezTo>
                      <a:cubicBezTo>
                        <a:pt x="156" y="22"/>
                        <a:pt x="133" y="0"/>
                        <a:pt x="11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" name="Google Shape;362;p4"/>
                <p:cNvSpPr/>
                <p:nvPr/>
              </p:nvSpPr>
              <p:spPr>
                <a:xfrm>
                  <a:off x="2602231" y="2922453"/>
                  <a:ext cx="26205" cy="13102"/>
                </a:xfrm>
                <a:custGeom>
                  <a:rect b="b" l="l" r="r" t="t"/>
                  <a:pathLst>
                    <a:path extrusionOk="0" h="89" w="178">
                      <a:moveTo>
                        <a:pt x="1" y="0"/>
                      </a:moveTo>
                      <a:lnTo>
                        <a:pt x="1" y="89"/>
                      </a:lnTo>
                      <a:lnTo>
                        <a:pt x="133" y="89"/>
                      </a:lnTo>
                      <a:cubicBezTo>
                        <a:pt x="155" y="89"/>
                        <a:pt x="178" y="67"/>
                        <a:pt x="178" y="44"/>
                      </a:cubicBezTo>
                      <a:cubicBezTo>
                        <a:pt x="178" y="22"/>
                        <a:pt x="155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4"/>
                <p:cNvSpPr/>
                <p:nvPr/>
              </p:nvSpPr>
              <p:spPr>
                <a:xfrm>
                  <a:off x="2600612" y="2896395"/>
                  <a:ext cx="27824" cy="13102"/>
                </a:xfrm>
                <a:custGeom>
                  <a:rect b="b" l="l" r="r" t="t"/>
                  <a:pathLst>
                    <a:path extrusionOk="0" h="89" w="189">
                      <a:moveTo>
                        <a:pt x="1" y="0"/>
                      </a:moveTo>
                      <a:lnTo>
                        <a:pt x="1" y="89"/>
                      </a:lnTo>
                      <a:lnTo>
                        <a:pt x="144" y="89"/>
                      </a:lnTo>
                      <a:cubicBezTo>
                        <a:pt x="166" y="89"/>
                        <a:pt x="178" y="78"/>
                        <a:pt x="189" y="44"/>
                      </a:cubicBezTo>
                      <a:cubicBezTo>
                        <a:pt x="189" y="22"/>
                        <a:pt x="166" y="0"/>
                        <a:pt x="14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" name="Google Shape;364;p4"/>
                <p:cNvSpPr/>
                <p:nvPr/>
              </p:nvSpPr>
              <p:spPr>
                <a:xfrm>
                  <a:off x="1519741" y="2948510"/>
                  <a:ext cx="1098979" cy="13102"/>
                </a:xfrm>
                <a:custGeom>
                  <a:rect b="b" l="l" r="r" t="t"/>
                  <a:pathLst>
                    <a:path extrusionOk="0" h="89" w="7465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7420" y="89"/>
                      </a:lnTo>
                      <a:cubicBezTo>
                        <a:pt x="7442" y="89"/>
                        <a:pt x="7464" y="66"/>
                        <a:pt x="7464" y="44"/>
                      </a:cubicBezTo>
                      <a:cubicBezTo>
                        <a:pt x="7464" y="22"/>
                        <a:pt x="7442" y="0"/>
                        <a:pt x="742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" name="Google Shape;365;p4"/>
                <p:cNvSpPr/>
                <p:nvPr/>
              </p:nvSpPr>
              <p:spPr>
                <a:xfrm>
                  <a:off x="1519741" y="2922453"/>
                  <a:ext cx="1098979" cy="13102"/>
                </a:xfrm>
                <a:custGeom>
                  <a:rect b="b" l="l" r="r" t="t"/>
                  <a:pathLst>
                    <a:path extrusionOk="0" h="89" w="7465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7420" y="89"/>
                      </a:lnTo>
                      <a:cubicBezTo>
                        <a:pt x="7442" y="89"/>
                        <a:pt x="7464" y="67"/>
                        <a:pt x="7464" y="44"/>
                      </a:cubicBezTo>
                      <a:cubicBezTo>
                        <a:pt x="7464" y="22"/>
                        <a:pt x="7442" y="0"/>
                        <a:pt x="742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" name="Google Shape;366;p4"/>
                <p:cNvSpPr/>
                <p:nvPr/>
              </p:nvSpPr>
              <p:spPr>
                <a:xfrm>
                  <a:off x="1519741" y="2896395"/>
                  <a:ext cx="1098979" cy="13102"/>
                </a:xfrm>
                <a:custGeom>
                  <a:rect b="b" l="l" r="r" t="t"/>
                  <a:pathLst>
                    <a:path extrusionOk="0" h="89" w="7465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7420" y="89"/>
                      </a:lnTo>
                      <a:cubicBezTo>
                        <a:pt x="7442" y="89"/>
                        <a:pt x="7464" y="78"/>
                        <a:pt x="7464" y="44"/>
                      </a:cubicBezTo>
                      <a:cubicBezTo>
                        <a:pt x="7464" y="22"/>
                        <a:pt x="7442" y="0"/>
                        <a:pt x="742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" name="Google Shape;367;p4"/>
                <p:cNvSpPr/>
                <p:nvPr/>
              </p:nvSpPr>
              <p:spPr>
                <a:xfrm>
                  <a:off x="845779" y="2857235"/>
                  <a:ext cx="97752" cy="145009"/>
                </a:xfrm>
                <a:custGeom>
                  <a:rect b="b" l="l" r="r" t="t"/>
                  <a:pathLst>
                    <a:path extrusionOk="0" h="985" w="664">
                      <a:moveTo>
                        <a:pt x="542" y="1"/>
                      </a:moveTo>
                      <a:lnTo>
                        <a:pt x="542" y="432"/>
                      </a:lnTo>
                      <a:lnTo>
                        <a:pt x="1" y="985"/>
                      </a:lnTo>
                      <a:lnTo>
                        <a:pt x="111" y="985"/>
                      </a:lnTo>
                      <a:lnTo>
                        <a:pt x="664" y="432"/>
                      </a:lnTo>
                      <a:lnTo>
                        <a:pt x="6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" name="Google Shape;368;p4"/>
                <p:cNvSpPr/>
                <p:nvPr/>
              </p:nvSpPr>
              <p:spPr>
                <a:xfrm>
                  <a:off x="494223" y="2855616"/>
                  <a:ext cx="431494" cy="146629"/>
                </a:xfrm>
                <a:custGeom>
                  <a:rect b="b" l="l" r="r" t="t"/>
                  <a:pathLst>
                    <a:path extrusionOk="0" h="996" w="2931">
                      <a:moveTo>
                        <a:pt x="0" y="1"/>
                      </a:moveTo>
                      <a:lnTo>
                        <a:pt x="0" y="443"/>
                      </a:lnTo>
                      <a:lnTo>
                        <a:pt x="553" y="996"/>
                      </a:lnTo>
                      <a:lnTo>
                        <a:pt x="2389" y="996"/>
                      </a:lnTo>
                      <a:lnTo>
                        <a:pt x="2930" y="443"/>
                      </a:lnTo>
                      <a:lnTo>
                        <a:pt x="2930" y="1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" name="Google Shape;369;p4"/>
                <p:cNvSpPr/>
                <p:nvPr/>
              </p:nvSpPr>
              <p:spPr>
                <a:xfrm>
                  <a:off x="494223" y="2857235"/>
                  <a:ext cx="449308" cy="40926"/>
                </a:xfrm>
                <a:custGeom>
                  <a:rect b="b" l="l" r="r" t="t"/>
                  <a:pathLst>
                    <a:path extrusionOk="0" h="278" w="3052">
                      <a:moveTo>
                        <a:pt x="0" y="1"/>
                      </a:moveTo>
                      <a:lnTo>
                        <a:pt x="0" y="277"/>
                      </a:lnTo>
                      <a:lnTo>
                        <a:pt x="3052" y="277"/>
                      </a:lnTo>
                      <a:lnTo>
                        <a:pt x="30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" name="Google Shape;370;p4"/>
                <p:cNvSpPr/>
                <p:nvPr/>
              </p:nvSpPr>
              <p:spPr>
                <a:xfrm>
                  <a:off x="808385" y="2948510"/>
                  <a:ext cx="22819" cy="13102"/>
                </a:xfrm>
                <a:custGeom>
                  <a:rect b="b" l="l" r="r" t="t"/>
                  <a:pathLst>
                    <a:path extrusionOk="0" h="89" w="155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111" y="89"/>
                      </a:lnTo>
                      <a:cubicBezTo>
                        <a:pt x="133" y="89"/>
                        <a:pt x="155" y="66"/>
                        <a:pt x="155" y="44"/>
                      </a:cubicBezTo>
                      <a:cubicBezTo>
                        <a:pt x="155" y="22"/>
                        <a:pt x="133" y="0"/>
                        <a:pt x="11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" name="Google Shape;371;p4"/>
                <p:cNvSpPr/>
                <p:nvPr/>
              </p:nvSpPr>
              <p:spPr>
                <a:xfrm>
                  <a:off x="806766" y="2922453"/>
                  <a:ext cx="24438" cy="13102"/>
                </a:xfrm>
                <a:custGeom>
                  <a:rect b="b" l="l" r="r" t="t"/>
                  <a:pathLst>
                    <a:path extrusionOk="0" h="89" w="166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122" y="89"/>
                      </a:lnTo>
                      <a:cubicBezTo>
                        <a:pt x="144" y="89"/>
                        <a:pt x="166" y="67"/>
                        <a:pt x="166" y="44"/>
                      </a:cubicBezTo>
                      <a:cubicBezTo>
                        <a:pt x="166" y="22"/>
                        <a:pt x="144" y="0"/>
                        <a:pt x="12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" name="Google Shape;372;p4"/>
                <p:cNvSpPr/>
                <p:nvPr/>
              </p:nvSpPr>
              <p:spPr>
                <a:xfrm>
                  <a:off x="805147" y="2896395"/>
                  <a:ext cx="26057" cy="13102"/>
                </a:xfrm>
                <a:custGeom>
                  <a:rect b="b" l="l" r="r" t="t"/>
                  <a:pathLst>
                    <a:path extrusionOk="0" h="89" w="177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133" y="89"/>
                      </a:lnTo>
                      <a:cubicBezTo>
                        <a:pt x="155" y="89"/>
                        <a:pt x="177" y="78"/>
                        <a:pt x="177" y="44"/>
                      </a:cubicBezTo>
                      <a:cubicBezTo>
                        <a:pt x="177" y="22"/>
                        <a:pt x="155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" name="Google Shape;373;p4"/>
                <p:cNvSpPr/>
                <p:nvPr/>
              </p:nvSpPr>
              <p:spPr>
                <a:xfrm>
                  <a:off x="583731" y="2948510"/>
                  <a:ext cx="237756" cy="13102"/>
                </a:xfrm>
                <a:custGeom>
                  <a:rect b="b" l="l" r="r" t="t"/>
                  <a:pathLst>
                    <a:path extrusionOk="0" h="89" w="1615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1570" y="89"/>
                      </a:lnTo>
                      <a:cubicBezTo>
                        <a:pt x="1593" y="89"/>
                        <a:pt x="1615" y="66"/>
                        <a:pt x="1615" y="44"/>
                      </a:cubicBezTo>
                      <a:cubicBezTo>
                        <a:pt x="1615" y="22"/>
                        <a:pt x="1593" y="0"/>
                        <a:pt x="15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" name="Google Shape;374;p4"/>
                <p:cNvSpPr/>
                <p:nvPr/>
              </p:nvSpPr>
              <p:spPr>
                <a:xfrm>
                  <a:off x="583731" y="2922453"/>
                  <a:ext cx="237756" cy="13102"/>
                </a:xfrm>
                <a:custGeom>
                  <a:rect b="b" l="l" r="r" t="t"/>
                  <a:pathLst>
                    <a:path extrusionOk="0" h="89" w="1615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1570" y="89"/>
                      </a:lnTo>
                      <a:cubicBezTo>
                        <a:pt x="1593" y="89"/>
                        <a:pt x="1615" y="67"/>
                        <a:pt x="1615" y="44"/>
                      </a:cubicBezTo>
                      <a:cubicBezTo>
                        <a:pt x="1615" y="22"/>
                        <a:pt x="1593" y="0"/>
                        <a:pt x="15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" name="Google Shape;375;p4"/>
                <p:cNvSpPr/>
                <p:nvPr/>
              </p:nvSpPr>
              <p:spPr>
                <a:xfrm>
                  <a:off x="583731" y="2896395"/>
                  <a:ext cx="237756" cy="13102"/>
                </a:xfrm>
                <a:custGeom>
                  <a:rect b="b" l="l" r="r" t="t"/>
                  <a:pathLst>
                    <a:path extrusionOk="0" h="89" w="1615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1570" y="89"/>
                      </a:lnTo>
                      <a:cubicBezTo>
                        <a:pt x="1593" y="89"/>
                        <a:pt x="1615" y="78"/>
                        <a:pt x="1615" y="44"/>
                      </a:cubicBezTo>
                      <a:cubicBezTo>
                        <a:pt x="1615" y="22"/>
                        <a:pt x="1593" y="0"/>
                        <a:pt x="15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" name="Google Shape;376;p4"/>
                <p:cNvSpPr/>
                <p:nvPr/>
              </p:nvSpPr>
              <p:spPr>
                <a:xfrm>
                  <a:off x="3647329" y="2852377"/>
                  <a:ext cx="18108" cy="149867"/>
                </a:xfrm>
                <a:custGeom>
                  <a:rect b="b" l="l" r="r" t="t"/>
                  <a:pathLst>
                    <a:path extrusionOk="0" h="1018" w="123">
                      <a:moveTo>
                        <a:pt x="1" y="1"/>
                      </a:moveTo>
                      <a:lnTo>
                        <a:pt x="1" y="1018"/>
                      </a:lnTo>
                      <a:lnTo>
                        <a:pt x="122" y="1018"/>
                      </a:lnTo>
                      <a:lnTo>
                        <a:pt x="12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" name="Google Shape;377;p4"/>
                <p:cNvSpPr/>
                <p:nvPr/>
              </p:nvSpPr>
              <p:spPr>
                <a:xfrm>
                  <a:off x="3238800" y="2855616"/>
                  <a:ext cx="408676" cy="146629"/>
                </a:xfrm>
                <a:custGeom>
                  <a:rect b="b" l="l" r="r" t="t"/>
                  <a:pathLst>
                    <a:path extrusionOk="0" h="996" w="2776">
                      <a:moveTo>
                        <a:pt x="0" y="1"/>
                      </a:moveTo>
                      <a:lnTo>
                        <a:pt x="0" y="443"/>
                      </a:lnTo>
                      <a:lnTo>
                        <a:pt x="553" y="996"/>
                      </a:lnTo>
                      <a:lnTo>
                        <a:pt x="2776" y="996"/>
                      </a:lnTo>
                      <a:lnTo>
                        <a:pt x="2776" y="1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" name="Google Shape;378;p4"/>
                <p:cNvSpPr/>
                <p:nvPr/>
              </p:nvSpPr>
              <p:spPr>
                <a:xfrm>
                  <a:off x="3240419" y="2857235"/>
                  <a:ext cx="425017" cy="40926"/>
                </a:xfrm>
                <a:custGeom>
                  <a:rect b="b" l="l" r="r" t="t"/>
                  <a:pathLst>
                    <a:path extrusionOk="0" h="278" w="2887">
                      <a:moveTo>
                        <a:pt x="0" y="1"/>
                      </a:moveTo>
                      <a:lnTo>
                        <a:pt x="0" y="277"/>
                      </a:lnTo>
                      <a:lnTo>
                        <a:pt x="2886" y="277"/>
                      </a:lnTo>
                      <a:lnTo>
                        <a:pt x="28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" name="Google Shape;379;p4"/>
                <p:cNvSpPr/>
                <p:nvPr/>
              </p:nvSpPr>
              <p:spPr>
                <a:xfrm>
                  <a:off x="3585497" y="2948510"/>
                  <a:ext cx="22966" cy="13102"/>
                </a:xfrm>
                <a:custGeom>
                  <a:rect b="b" l="l" r="r" t="t"/>
                  <a:pathLst>
                    <a:path extrusionOk="0" h="89" w="156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111" y="89"/>
                      </a:lnTo>
                      <a:cubicBezTo>
                        <a:pt x="133" y="89"/>
                        <a:pt x="155" y="66"/>
                        <a:pt x="155" y="44"/>
                      </a:cubicBezTo>
                      <a:cubicBezTo>
                        <a:pt x="155" y="22"/>
                        <a:pt x="133" y="0"/>
                        <a:pt x="11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" name="Google Shape;380;p4"/>
                <p:cNvSpPr/>
                <p:nvPr/>
              </p:nvSpPr>
              <p:spPr>
                <a:xfrm>
                  <a:off x="3582258" y="2922453"/>
                  <a:ext cx="26205" cy="13102"/>
                </a:xfrm>
                <a:custGeom>
                  <a:rect b="b" l="l" r="r" t="t"/>
                  <a:pathLst>
                    <a:path extrusionOk="0" h="89" w="178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133" y="89"/>
                      </a:lnTo>
                      <a:cubicBezTo>
                        <a:pt x="155" y="89"/>
                        <a:pt x="177" y="67"/>
                        <a:pt x="177" y="44"/>
                      </a:cubicBezTo>
                      <a:cubicBezTo>
                        <a:pt x="177" y="22"/>
                        <a:pt x="155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" name="Google Shape;381;p4"/>
                <p:cNvSpPr/>
                <p:nvPr/>
              </p:nvSpPr>
              <p:spPr>
                <a:xfrm>
                  <a:off x="3580639" y="2896395"/>
                  <a:ext cx="27824" cy="13102"/>
                </a:xfrm>
                <a:custGeom>
                  <a:rect b="b" l="l" r="r" t="t"/>
                  <a:pathLst>
                    <a:path extrusionOk="0" h="89" w="189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144" y="89"/>
                      </a:lnTo>
                      <a:cubicBezTo>
                        <a:pt x="166" y="89"/>
                        <a:pt x="188" y="78"/>
                        <a:pt x="188" y="44"/>
                      </a:cubicBezTo>
                      <a:cubicBezTo>
                        <a:pt x="188" y="22"/>
                        <a:pt x="166" y="0"/>
                        <a:pt x="14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" name="Google Shape;382;p4"/>
                <p:cNvSpPr/>
                <p:nvPr/>
              </p:nvSpPr>
              <p:spPr>
                <a:xfrm>
                  <a:off x="3326689" y="2948510"/>
                  <a:ext cx="270291" cy="13102"/>
                </a:xfrm>
                <a:custGeom>
                  <a:rect b="b" l="l" r="r" t="t"/>
                  <a:pathLst>
                    <a:path extrusionOk="0" h="89" w="1836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1803" y="89"/>
                      </a:lnTo>
                      <a:cubicBezTo>
                        <a:pt x="1825" y="89"/>
                        <a:pt x="1836" y="66"/>
                        <a:pt x="1836" y="44"/>
                      </a:cubicBezTo>
                      <a:cubicBezTo>
                        <a:pt x="1836" y="22"/>
                        <a:pt x="1825" y="0"/>
                        <a:pt x="180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" name="Google Shape;383;p4"/>
                <p:cNvSpPr/>
                <p:nvPr/>
              </p:nvSpPr>
              <p:spPr>
                <a:xfrm>
                  <a:off x="3326689" y="2922453"/>
                  <a:ext cx="270291" cy="13102"/>
                </a:xfrm>
                <a:custGeom>
                  <a:rect b="b" l="l" r="r" t="t"/>
                  <a:pathLst>
                    <a:path extrusionOk="0" h="89" w="1836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1803" y="89"/>
                      </a:lnTo>
                      <a:cubicBezTo>
                        <a:pt x="1825" y="89"/>
                        <a:pt x="1836" y="67"/>
                        <a:pt x="1836" y="44"/>
                      </a:cubicBezTo>
                      <a:cubicBezTo>
                        <a:pt x="1836" y="22"/>
                        <a:pt x="1825" y="0"/>
                        <a:pt x="180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" name="Google Shape;384;p4"/>
                <p:cNvSpPr/>
                <p:nvPr/>
              </p:nvSpPr>
              <p:spPr>
                <a:xfrm>
                  <a:off x="3326689" y="2896395"/>
                  <a:ext cx="270291" cy="13102"/>
                </a:xfrm>
                <a:custGeom>
                  <a:rect b="b" l="l" r="r" t="t"/>
                  <a:pathLst>
                    <a:path extrusionOk="0" h="89" w="1836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1803" y="89"/>
                      </a:lnTo>
                      <a:cubicBezTo>
                        <a:pt x="1825" y="89"/>
                        <a:pt x="1836" y="78"/>
                        <a:pt x="1836" y="44"/>
                      </a:cubicBezTo>
                      <a:cubicBezTo>
                        <a:pt x="1836" y="22"/>
                        <a:pt x="1825" y="0"/>
                        <a:pt x="180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" name="Google Shape;385;p4"/>
                <p:cNvSpPr/>
                <p:nvPr/>
              </p:nvSpPr>
              <p:spPr>
                <a:xfrm>
                  <a:off x="3740076" y="2857235"/>
                  <a:ext cx="171067" cy="88036"/>
                </a:xfrm>
                <a:custGeom>
                  <a:rect b="b" l="l" r="r" t="t"/>
                  <a:pathLst>
                    <a:path extrusionOk="0" h="598" w="1162">
                      <a:moveTo>
                        <a:pt x="1" y="1"/>
                      </a:moveTo>
                      <a:lnTo>
                        <a:pt x="1" y="598"/>
                      </a:lnTo>
                      <a:lnTo>
                        <a:pt x="1162" y="598"/>
                      </a:lnTo>
                      <a:lnTo>
                        <a:pt x="116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" name="Google Shape;386;p4"/>
                <p:cNvSpPr/>
                <p:nvPr/>
              </p:nvSpPr>
              <p:spPr>
                <a:xfrm>
                  <a:off x="2717797" y="2945124"/>
                  <a:ext cx="143390" cy="122779"/>
                </a:xfrm>
                <a:custGeom>
                  <a:rect b="b" l="l" r="r" t="t"/>
                  <a:pathLst>
                    <a:path extrusionOk="0" h="834" w="974">
                      <a:moveTo>
                        <a:pt x="555" y="247"/>
                      </a:moveTo>
                      <a:cubicBezTo>
                        <a:pt x="645" y="247"/>
                        <a:pt x="731" y="317"/>
                        <a:pt x="731" y="421"/>
                      </a:cubicBezTo>
                      <a:cubicBezTo>
                        <a:pt x="731" y="510"/>
                        <a:pt x="653" y="587"/>
                        <a:pt x="565" y="587"/>
                      </a:cubicBezTo>
                      <a:cubicBezTo>
                        <a:pt x="410" y="587"/>
                        <a:pt x="332" y="410"/>
                        <a:pt x="432" y="300"/>
                      </a:cubicBezTo>
                      <a:cubicBezTo>
                        <a:pt x="468" y="264"/>
                        <a:pt x="512" y="247"/>
                        <a:pt x="555" y="247"/>
                      </a:cubicBezTo>
                      <a:close/>
                      <a:moveTo>
                        <a:pt x="565" y="1"/>
                      </a:moveTo>
                      <a:cubicBezTo>
                        <a:pt x="189" y="1"/>
                        <a:pt x="1" y="454"/>
                        <a:pt x="266" y="709"/>
                      </a:cubicBezTo>
                      <a:cubicBezTo>
                        <a:pt x="352" y="795"/>
                        <a:pt x="457" y="833"/>
                        <a:pt x="560" y="833"/>
                      </a:cubicBezTo>
                      <a:cubicBezTo>
                        <a:pt x="772" y="833"/>
                        <a:pt x="974" y="668"/>
                        <a:pt x="974" y="421"/>
                      </a:cubicBezTo>
                      <a:cubicBezTo>
                        <a:pt x="974" y="189"/>
                        <a:pt x="786" y="1"/>
                        <a:pt x="56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" name="Google Shape;387;p4"/>
                <p:cNvSpPr/>
                <p:nvPr/>
              </p:nvSpPr>
              <p:spPr>
                <a:xfrm>
                  <a:off x="2686881" y="2922453"/>
                  <a:ext cx="197124" cy="169153"/>
                </a:xfrm>
                <a:custGeom>
                  <a:rect b="b" l="l" r="r" t="t"/>
                  <a:pathLst>
                    <a:path extrusionOk="0" h="1149" w="1339">
                      <a:moveTo>
                        <a:pt x="763" y="160"/>
                      </a:moveTo>
                      <a:cubicBezTo>
                        <a:pt x="978" y="160"/>
                        <a:pt x="1184" y="326"/>
                        <a:pt x="1184" y="575"/>
                      </a:cubicBezTo>
                      <a:cubicBezTo>
                        <a:pt x="1184" y="807"/>
                        <a:pt x="996" y="995"/>
                        <a:pt x="775" y="995"/>
                      </a:cubicBezTo>
                      <a:cubicBezTo>
                        <a:pt x="399" y="995"/>
                        <a:pt x="211" y="542"/>
                        <a:pt x="476" y="277"/>
                      </a:cubicBezTo>
                      <a:cubicBezTo>
                        <a:pt x="560" y="196"/>
                        <a:pt x="663" y="160"/>
                        <a:pt x="763" y="160"/>
                      </a:cubicBezTo>
                      <a:close/>
                      <a:moveTo>
                        <a:pt x="775" y="0"/>
                      </a:moveTo>
                      <a:cubicBezTo>
                        <a:pt x="255" y="0"/>
                        <a:pt x="1" y="619"/>
                        <a:pt x="366" y="984"/>
                      </a:cubicBezTo>
                      <a:cubicBezTo>
                        <a:pt x="483" y="1098"/>
                        <a:pt x="625" y="1149"/>
                        <a:pt x="764" y="1149"/>
                      </a:cubicBezTo>
                      <a:cubicBezTo>
                        <a:pt x="1058" y="1149"/>
                        <a:pt x="1339" y="921"/>
                        <a:pt x="1339" y="575"/>
                      </a:cubicBezTo>
                      <a:cubicBezTo>
                        <a:pt x="1339" y="254"/>
                        <a:pt x="1084" y="0"/>
                        <a:pt x="77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" name="Google Shape;388;p4"/>
                <p:cNvSpPr/>
                <p:nvPr/>
              </p:nvSpPr>
              <p:spPr>
                <a:xfrm>
                  <a:off x="2767115" y="2982517"/>
                  <a:ext cx="58298" cy="50201"/>
                </a:xfrm>
                <a:custGeom>
                  <a:rect b="b" l="l" r="r" t="t"/>
                  <a:pathLst>
                    <a:path extrusionOk="0" h="341" w="396">
                      <a:moveTo>
                        <a:pt x="217" y="1"/>
                      </a:moveTo>
                      <a:cubicBezTo>
                        <a:pt x="71" y="1"/>
                        <a:pt x="1" y="181"/>
                        <a:pt x="108" y="289"/>
                      </a:cubicBezTo>
                      <a:cubicBezTo>
                        <a:pt x="140" y="325"/>
                        <a:pt x="182" y="341"/>
                        <a:pt x="224" y="341"/>
                      </a:cubicBezTo>
                      <a:cubicBezTo>
                        <a:pt x="310" y="341"/>
                        <a:pt x="396" y="272"/>
                        <a:pt x="396" y="167"/>
                      </a:cubicBezTo>
                      <a:cubicBezTo>
                        <a:pt x="396" y="68"/>
                        <a:pt x="318" y="1"/>
                        <a:pt x="230" y="1"/>
                      </a:cubicBezTo>
                      <a:cubicBezTo>
                        <a:pt x="225" y="1"/>
                        <a:pt x="221" y="1"/>
                        <a:pt x="217" y="1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" name="Google Shape;389;p4"/>
                <p:cNvSpPr/>
                <p:nvPr/>
              </p:nvSpPr>
              <p:spPr>
                <a:xfrm>
                  <a:off x="2823646" y="2922306"/>
                  <a:ext cx="100255" cy="169595"/>
                </a:xfrm>
                <a:custGeom>
                  <a:rect b="b" l="l" r="r" t="t"/>
                  <a:pathLst>
                    <a:path extrusionOk="0" h="1152" w="681">
                      <a:moveTo>
                        <a:pt x="21" y="1"/>
                      </a:moveTo>
                      <a:cubicBezTo>
                        <a:pt x="14" y="1"/>
                        <a:pt x="7" y="1"/>
                        <a:pt x="0" y="1"/>
                      </a:cubicBezTo>
                      <a:lnTo>
                        <a:pt x="42" y="1"/>
                      </a:lnTo>
                      <a:cubicBezTo>
                        <a:pt x="35" y="1"/>
                        <a:pt x="28" y="1"/>
                        <a:pt x="21" y="1"/>
                      </a:cubicBezTo>
                      <a:close/>
                      <a:moveTo>
                        <a:pt x="42" y="1"/>
                      </a:moveTo>
                      <a:lnTo>
                        <a:pt x="42" y="1"/>
                      </a:lnTo>
                      <a:cubicBezTo>
                        <a:pt x="48" y="1"/>
                        <a:pt x="53" y="2"/>
                        <a:pt x="59" y="2"/>
                      </a:cubicBezTo>
                      <a:lnTo>
                        <a:pt x="59" y="2"/>
                      </a:lnTo>
                      <a:cubicBezTo>
                        <a:pt x="54" y="2"/>
                        <a:pt x="49" y="1"/>
                        <a:pt x="45" y="1"/>
                      </a:cubicBezTo>
                      <a:close/>
                      <a:moveTo>
                        <a:pt x="59" y="2"/>
                      </a:moveTo>
                      <a:cubicBezTo>
                        <a:pt x="82" y="3"/>
                        <a:pt x="104" y="6"/>
                        <a:pt x="126" y="10"/>
                      </a:cubicBezTo>
                      <a:lnTo>
                        <a:pt x="126" y="10"/>
                      </a:lnTo>
                      <a:cubicBezTo>
                        <a:pt x="104" y="6"/>
                        <a:pt x="81" y="3"/>
                        <a:pt x="59" y="2"/>
                      </a:cubicBezTo>
                      <a:close/>
                      <a:moveTo>
                        <a:pt x="126" y="10"/>
                      </a:moveTo>
                      <a:cubicBezTo>
                        <a:pt x="186" y="20"/>
                        <a:pt x="242" y="39"/>
                        <a:pt x="295" y="66"/>
                      </a:cubicBezTo>
                      <a:lnTo>
                        <a:pt x="295" y="66"/>
                      </a:lnTo>
                      <a:cubicBezTo>
                        <a:pt x="245" y="40"/>
                        <a:pt x="189" y="20"/>
                        <a:pt x="126" y="10"/>
                      </a:cubicBezTo>
                      <a:close/>
                      <a:moveTo>
                        <a:pt x="295" y="66"/>
                      </a:moveTo>
                      <a:cubicBezTo>
                        <a:pt x="680" y="269"/>
                        <a:pt x="680" y="884"/>
                        <a:pt x="295" y="1086"/>
                      </a:cubicBezTo>
                      <a:lnTo>
                        <a:pt x="295" y="1086"/>
                      </a:lnTo>
                      <a:cubicBezTo>
                        <a:pt x="481" y="992"/>
                        <a:pt x="609" y="802"/>
                        <a:pt x="609" y="576"/>
                      </a:cubicBezTo>
                      <a:cubicBezTo>
                        <a:pt x="609" y="351"/>
                        <a:pt x="481" y="161"/>
                        <a:pt x="295" y="66"/>
                      </a:cubicBezTo>
                      <a:close/>
                      <a:moveTo>
                        <a:pt x="295" y="1086"/>
                      </a:moveTo>
                      <a:lnTo>
                        <a:pt x="295" y="1086"/>
                      </a:lnTo>
                      <a:cubicBezTo>
                        <a:pt x="242" y="1113"/>
                        <a:pt x="186" y="1132"/>
                        <a:pt x="126" y="1143"/>
                      </a:cubicBezTo>
                      <a:lnTo>
                        <a:pt x="126" y="1143"/>
                      </a:lnTo>
                      <a:cubicBezTo>
                        <a:pt x="189" y="1132"/>
                        <a:pt x="245" y="1113"/>
                        <a:pt x="295" y="1086"/>
                      </a:cubicBezTo>
                      <a:close/>
                      <a:moveTo>
                        <a:pt x="126" y="1143"/>
                      </a:moveTo>
                      <a:lnTo>
                        <a:pt x="126" y="1143"/>
                      </a:lnTo>
                      <a:cubicBezTo>
                        <a:pt x="104" y="1146"/>
                        <a:pt x="82" y="1149"/>
                        <a:pt x="59" y="1150"/>
                      </a:cubicBezTo>
                      <a:lnTo>
                        <a:pt x="59" y="1150"/>
                      </a:lnTo>
                      <a:cubicBezTo>
                        <a:pt x="81" y="1149"/>
                        <a:pt x="104" y="1146"/>
                        <a:pt x="126" y="1143"/>
                      </a:cubicBezTo>
                      <a:close/>
                      <a:moveTo>
                        <a:pt x="59" y="1150"/>
                      </a:moveTo>
                      <a:lnTo>
                        <a:pt x="59" y="1150"/>
                      </a:lnTo>
                      <a:cubicBezTo>
                        <a:pt x="53" y="1151"/>
                        <a:pt x="48" y="1151"/>
                        <a:pt x="42" y="1151"/>
                      </a:cubicBezTo>
                      <a:lnTo>
                        <a:pt x="45" y="1151"/>
                      </a:lnTo>
                      <a:cubicBezTo>
                        <a:pt x="49" y="1151"/>
                        <a:pt x="54" y="1151"/>
                        <a:pt x="59" y="1150"/>
                      </a:cubicBezTo>
                      <a:close/>
                      <a:moveTo>
                        <a:pt x="0" y="1151"/>
                      </a:moveTo>
                      <a:cubicBezTo>
                        <a:pt x="7" y="1151"/>
                        <a:pt x="14" y="1152"/>
                        <a:pt x="21" y="1152"/>
                      </a:cubicBezTo>
                      <a:cubicBezTo>
                        <a:pt x="28" y="1152"/>
                        <a:pt x="35" y="1151"/>
                        <a:pt x="42" y="115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" name="Google Shape;390;p4"/>
                <p:cNvSpPr/>
                <p:nvPr/>
              </p:nvSpPr>
              <p:spPr>
                <a:xfrm>
                  <a:off x="2802447" y="2922306"/>
                  <a:ext cx="105997" cy="169595"/>
                </a:xfrm>
                <a:custGeom>
                  <a:rect b="b" l="l" r="r" t="t"/>
                  <a:pathLst>
                    <a:path extrusionOk="0" h="1152" w="720">
                      <a:moveTo>
                        <a:pt x="21" y="1"/>
                      </a:moveTo>
                      <a:cubicBezTo>
                        <a:pt x="14" y="1"/>
                        <a:pt x="7" y="1"/>
                        <a:pt x="1" y="1"/>
                      </a:cubicBezTo>
                      <a:lnTo>
                        <a:pt x="41" y="1"/>
                      </a:lnTo>
                      <a:cubicBezTo>
                        <a:pt x="34" y="1"/>
                        <a:pt x="28" y="1"/>
                        <a:pt x="21" y="1"/>
                      </a:cubicBezTo>
                      <a:close/>
                      <a:moveTo>
                        <a:pt x="41" y="1"/>
                      </a:moveTo>
                      <a:cubicBezTo>
                        <a:pt x="344" y="12"/>
                        <a:pt x="598" y="258"/>
                        <a:pt x="598" y="576"/>
                      </a:cubicBezTo>
                      <a:cubicBezTo>
                        <a:pt x="598" y="894"/>
                        <a:pt x="344" y="1141"/>
                        <a:pt x="41" y="1151"/>
                      </a:cubicBezTo>
                      <a:lnTo>
                        <a:pt x="144" y="1151"/>
                      </a:lnTo>
                      <a:cubicBezTo>
                        <a:pt x="465" y="1151"/>
                        <a:pt x="719" y="897"/>
                        <a:pt x="719" y="576"/>
                      </a:cubicBezTo>
                      <a:cubicBezTo>
                        <a:pt x="719" y="255"/>
                        <a:pt x="465" y="1"/>
                        <a:pt x="144" y="1"/>
                      </a:cubicBezTo>
                      <a:close/>
                      <a:moveTo>
                        <a:pt x="1" y="1151"/>
                      </a:moveTo>
                      <a:cubicBezTo>
                        <a:pt x="7" y="1151"/>
                        <a:pt x="14" y="1152"/>
                        <a:pt x="21" y="1152"/>
                      </a:cubicBezTo>
                      <a:cubicBezTo>
                        <a:pt x="28" y="1152"/>
                        <a:pt x="34" y="1151"/>
                        <a:pt x="41" y="1151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" name="Google Shape;391;p4"/>
                <p:cNvSpPr/>
                <p:nvPr/>
              </p:nvSpPr>
              <p:spPr>
                <a:xfrm>
                  <a:off x="2794350" y="2922306"/>
                  <a:ext cx="92894" cy="169595"/>
                </a:xfrm>
                <a:custGeom>
                  <a:rect b="b" l="l" r="r" t="t"/>
                  <a:pathLst>
                    <a:path extrusionOk="0" h="1152" w="631">
                      <a:moveTo>
                        <a:pt x="21" y="1"/>
                      </a:moveTo>
                      <a:cubicBezTo>
                        <a:pt x="14" y="1"/>
                        <a:pt x="7" y="1"/>
                        <a:pt x="0" y="1"/>
                      </a:cubicBezTo>
                      <a:lnTo>
                        <a:pt x="42" y="1"/>
                      </a:lnTo>
                      <a:cubicBezTo>
                        <a:pt x="35" y="1"/>
                        <a:pt x="28" y="1"/>
                        <a:pt x="21" y="1"/>
                      </a:cubicBezTo>
                      <a:close/>
                      <a:moveTo>
                        <a:pt x="42" y="1"/>
                      </a:moveTo>
                      <a:cubicBezTo>
                        <a:pt x="355" y="12"/>
                        <a:pt x="609" y="258"/>
                        <a:pt x="609" y="576"/>
                      </a:cubicBezTo>
                      <a:cubicBezTo>
                        <a:pt x="609" y="894"/>
                        <a:pt x="355" y="1141"/>
                        <a:pt x="42" y="1151"/>
                      </a:cubicBezTo>
                      <a:lnTo>
                        <a:pt x="56" y="1151"/>
                      </a:lnTo>
                      <a:cubicBezTo>
                        <a:pt x="376" y="1151"/>
                        <a:pt x="631" y="897"/>
                        <a:pt x="631" y="576"/>
                      </a:cubicBezTo>
                      <a:cubicBezTo>
                        <a:pt x="631" y="255"/>
                        <a:pt x="376" y="1"/>
                        <a:pt x="56" y="1"/>
                      </a:cubicBezTo>
                      <a:close/>
                      <a:moveTo>
                        <a:pt x="0" y="1151"/>
                      </a:moveTo>
                      <a:cubicBezTo>
                        <a:pt x="7" y="1151"/>
                        <a:pt x="14" y="1152"/>
                        <a:pt x="21" y="1152"/>
                      </a:cubicBezTo>
                      <a:cubicBezTo>
                        <a:pt x="28" y="1152"/>
                        <a:pt x="35" y="1151"/>
                        <a:pt x="42" y="115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4"/>
                <p:cNvSpPr/>
                <p:nvPr/>
              </p:nvSpPr>
              <p:spPr>
                <a:xfrm>
                  <a:off x="2719416" y="2945124"/>
                  <a:ext cx="83178" cy="122338"/>
                </a:xfrm>
                <a:custGeom>
                  <a:rect b="b" l="l" r="r" t="t"/>
                  <a:pathLst>
                    <a:path extrusionOk="0" h="831" w="565">
                      <a:moveTo>
                        <a:pt x="554" y="1"/>
                      </a:moveTo>
                      <a:cubicBezTo>
                        <a:pt x="1" y="1"/>
                        <a:pt x="1" y="830"/>
                        <a:pt x="554" y="830"/>
                      </a:cubicBezTo>
                      <a:lnTo>
                        <a:pt x="565" y="830"/>
                      </a:lnTo>
                      <a:cubicBezTo>
                        <a:pt x="355" y="819"/>
                        <a:pt x="178" y="642"/>
                        <a:pt x="178" y="421"/>
                      </a:cubicBezTo>
                      <a:cubicBezTo>
                        <a:pt x="178" y="200"/>
                        <a:pt x="355" y="12"/>
                        <a:pt x="565" y="1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4"/>
                <p:cNvSpPr/>
                <p:nvPr/>
              </p:nvSpPr>
              <p:spPr>
                <a:xfrm>
                  <a:off x="2802447" y="2980898"/>
                  <a:ext cx="39896" cy="50790"/>
                </a:xfrm>
                <a:custGeom>
                  <a:rect b="b" l="l" r="r" t="t"/>
                  <a:pathLst>
                    <a:path extrusionOk="0" h="345" w="271">
                      <a:moveTo>
                        <a:pt x="43" y="0"/>
                      </a:moveTo>
                      <a:cubicBezTo>
                        <a:pt x="37" y="0"/>
                        <a:pt x="30" y="1"/>
                        <a:pt x="23" y="1"/>
                      </a:cubicBezTo>
                      <a:lnTo>
                        <a:pt x="23" y="12"/>
                      </a:lnTo>
                      <a:lnTo>
                        <a:pt x="1" y="12"/>
                      </a:lnTo>
                      <a:cubicBezTo>
                        <a:pt x="211" y="23"/>
                        <a:pt x="211" y="322"/>
                        <a:pt x="1" y="344"/>
                      </a:cubicBezTo>
                      <a:lnTo>
                        <a:pt x="23" y="344"/>
                      </a:lnTo>
                      <a:cubicBezTo>
                        <a:pt x="30" y="345"/>
                        <a:pt x="37" y="345"/>
                        <a:pt x="43" y="345"/>
                      </a:cubicBezTo>
                      <a:cubicBezTo>
                        <a:pt x="270" y="345"/>
                        <a:pt x="270" y="0"/>
                        <a:pt x="4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" name="Google Shape;394;p4"/>
                <p:cNvSpPr/>
                <p:nvPr/>
              </p:nvSpPr>
              <p:spPr>
                <a:xfrm>
                  <a:off x="3084074" y="2945124"/>
                  <a:ext cx="143390" cy="122779"/>
                </a:xfrm>
                <a:custGeom>
                  <a:rect b="b" l="l" r="r" t="t"/>
                  <a:pathLst>
                    <a:path extrusionOk="0" h="834" w="974">
                      <a:moveTo>
                        <a:pt x="555" y="247"/>
                      </a:moveTo>
                      <a:cubicBezTo>
                        <a:pt x="645" y="247"/>
                        <a:pt x="730" y="317"/>
                        <a:pt x="730" y="421"/>
                      </a:cubicBezTo>
                      <a:cubicBezTo>
                        <a:pt x="730" y="510"/>
                        <a:pt x="653" y="587"/>
                        <a:pt x="554" y="587"/>
                      </a:cubicBezTo>
                      <a:cubicBezTo>
                        <a:pt x="399" y="587"/>
                        <a:pt x="321" y="410"/>
                        <a:pt x="432" y="300"/>
                      </a:cubicBezTo>
                      <a:cubicBezTo>
                        <a:pt x="468" y="264"/>
                        <a:pt x="512" y="247"/>
                        <a:pt x="555" y="247"/>
                      </a:cubicBezTo>
                      <a:close/>
                      <a:moveTo>
                        <a:pt x="554" y="1"/>
                      </a:moveTo>
                      <a:cubicBezTo>
                        <a:pt x="189" y="1"/>
                        <a:pt x="1" y="454"/>
                        <a:pt x="266" y="709"/>
                      </a:cubicBezTo>
                      <a:cubicBezTo>
                        <a:pt x="349" y="795"/>
                        <a:pt x="452" y="833"/>
                        <a:pt x="555" y="833"/>
                      </a:cubicBezTo>
                      <a:cubicBezTo>
                        <a:pt x="767" y="833"/>
                        <a:pt x="974" y="668"/>
                        <a:pt x="974" y="421"/>
                      </a:cubicBezTo>
                      <a:cubicBezTo>
                        <a:pt x="974" y="189"/>
                        <a:pt x="786" y="1"/>
                        <a:pt x="55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" name="Google Shape;395;p4"/>
                <p:cNvSpPr/>
                <p:nvPr/>
              </p:nvSpPr>
              <p:spPr>
                <a:xfrm>
                  <a:off x="3053159" y="2922453"/>
                  <a:ext cx="197124" cy="169153"/>
                </a:xfrm>
                <a:custGeom>
                  <a:rect b="b" l="l" r="r" t="t"/>
                  <a:pathLst>
                    <a:path extrusionOk="0" h="1149" w="1339">
                      <a:moveTo>
                        <a:pt x="758" y="160"/>
                      </a:moveTo>
                      <a:cubicBezTo>
                        <a:pt x="973" y="160"/>
                        <a:pt x="1184" y="326"/>
                        <a:pt x="1184" y="575"/>
                      </a:cubicBezTo>
                      <a:cubicBezTo>
                        <a:pt x="1184" y="807"/>
                        <a:pt x="996" y="995"/>
                        <a:pt x="764" y="995"/>
                      </a:cubicBezTo>
                      <a:cubicBezTo>
                        <a:pt x="399" y="995"/>
                        <a:pt x="211" y="542"/>
                        <a:pt x="476" y="277"/>
                      </a:cubicBezTo>
                      <a:cubicBezTo>
                        <a:pt x="557" y="196"/>
                        <a:pt x="658" y="160"/>
                        <a:pt x="758" y="160"/>
                      </a:cubicBezTo>
                      <a:close/>
                      <a:moveTo>
                        <a:pt x="764" y="0"/>
                      </a:moveTo>
                      <a:cubicBezTo>
                        <a:pt x="255" y="0"/>
                        <a:pt x="1" y="619"/>
                        <a:pt x="354" y="984"/>
                      </a:cubicBezTo>
                      <a:cubicBezTo>
                        <a:pt x="472" y="1098"/>
                        <a:pt x="615" y="1149"/>
                        <a:pt x="755" y="1149"/>
                      </a:cubicBezTo>
                      <a:cubicBezTo>
                        <a:pt x="1053" y="1149"/>
                        <a:pt x="1339" y="921"/>
                        <a:pt x="1339" y="575"/>
                      </a:cubicBezTo>
                      <a:cubicBezTo>
                        <a:pt x="1339" y="254"/>
                        <a:pt x="1084" y="0"/>
                        <a:pt x="7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4"/>
                <p:cNvSpPr/>
                <p:nvPr/>
              </p:nvSpPr>
              <p:spPr>
                <a:xfrm>
                  <a:off x="3131331" y="2982517"/>
                  <a:ext cx="60359" cy="50201"/>
                </a:xfrm>
                <a:custGeom>
                  <a:rect b="b" l="l" r="r" t="t"/>
                  <a:pathLst>
                    <a:path extrusionOk="0" h="341" w="410">
                      <a:moveTo>
                        <a:pt x="251" y="0"/>
                      </a:moveTo>
                      <a:cubicBezTo>
                        <a:pt x="245" y="0"/>
                        <a:pt x="239" y="1"/>
                        <a:pt x="233" y="1"/>
                      </a:cubicBezTo>
                      <a:cubicBezTo>
                        <a:pt x="78" y="1"/>
                        <a:pt x="0" y="178"/>
                        <a:pt x="111" y="289"/>
                      </a:cubicBezTo>
                      <a:cubicBezTo>
                        <a:pt x="147" y="325"/>
                        <a:pt x="191" y="341"/>
                        <a:pt x="234" y="341"/>
                      </a:cubicBezTo>
                      <a:cubicBezTo>
                        <a:pt x="324" y="341"/>
                        <a:pt x="409" y="272"/>
                        <a:pt x="409" y="167"/>
                      </a:cubicBezTo>
                      <a:cubicBezTo>
                        <a:pt x="409" y="74"/>
                        <a:pt x="342" y="0"/>
                        <a:pt x="251" y="0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" name="Google Shape;397;p4"/>
                <p:cNvSpPr/>
                <p:nvPr/>
              </p:nvSpPr>
              <p:spPr>
                <a:xfrm>
                  <a:off x="3189924" y="2922306"/>
                  <a:ext cx="107616" cy="169595"/>
                </a:xfrm>
                <a:custGeom>
                  <a:rect b="b" l="l" r="r" t="t"/>
                  <a:pathLst>
                    <a:path extrusionOk="0" h="1152" w="731">
                      <a:moveTo>
                        <a:pt x="54" y="1"/>
                      </a:moveTo>
                      <a:cubicBezTo>
                        <a:pt x="47" y="1"/>
                        <a:pt x="41" y="1"/>
                        <a:pt x="34" y="1"/>
                      </a:cubicBezTo>
                      <a:lnTo>
                        <a:pt x="0" y="1"/>
                      </a:lnTo>
                      <a:cubicBezTo>
                        <a:pt x="730" y="34"/>
                        <a:pt x="730" y="1118"/>
                        <a:pt x="0" y="1151"/>
                      </a:cubicBezTo>
                      <a:lnTo>
                        <a:pt x="34" y="1151"/>
                      </a:lnTo>
                      <a:cubicBezTo>
                        <a:pt x="41" y="1151"/>
                        <a:pt x="47" y="1152"/>
                        <a:pt x="54" y="1152"/>
                      </a:cubicBezTo>
                      <a:cubicBezTo>
                        <a:pt x="377" y="1152"/>
                        <a:pt x="642" y="901"/>
                        <a:pt x="642" y="576"/>
                      </a:cubicBezTo>
                      <a:cubicBezTo>
                        <a:pt x="642" y="251"/>
                        <a:pt x="377" y="1"/>
                        <a:pt x="54" y="1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" name="Google Shape;398;p4"/>
                <p:cNvSpPr/>
                <p:nvPr/>
              </p:nvSpPr>
              <p:spPr>
                <a:xfrm>
                  <a:off x="3168724" y="2922453"/>
                  <a:ext cx="105997" cy="169447"/>
                </a:xfrm>
                <a:custGeom>
                  <a:rect b="b" l="l" r="r" t="t"/>
                  <a:pathLst>
                    <a:path extrusionOk="0" h="1151" w="720">
                      <a:moveTo>
                        <a:pt x="1" y="0"/>
                      </a:moveTo>
                      <a:cubicBezTo>
                        <a:pt x="719" y="33"/>
                        <a:pt x="719" y="1117"/>
                        <a:pt x="1" y="1150"/>
                      </a:cubicBezTo>
                      <a:lnTo>
                        <a:pt x="144" y="1150"/>
                      </a:lnTo>
                      <a:cubicBezTo>
                        <a:pt x="454" y="1150"/>
                        <a:pt x="719" y="896"/>
                        <a:pt x="719" y="575"/>
                      </a:cubicBezTo>
                      <a:cubicBezTo>
                        <a:pt x="719" y="254"/>
                        <a:pt x="454" y="0"/>
                        <a:pt x="14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" name="Google Shape;399;p4"/>
                <p:cNvSpPr/>
                <p:nvPr/>
              </p:nvSpPr>
              <p:spPr>
                <a:xfrm>
                  <a:off x="3160627" y="2922453"/>
                  <a:ext cx="107616" cy="169447"/>
                </a:xfrm>
                <a:custGeom>
                  <a:rect b="b" l="l" r="r" t="t"/>
                  <a:pathLst>
                    <a:path extrusionOk="0" h="1151" w="731">
                      <a:moveTo>
                        <a:pt x="0" y="0"/>
                      </a:moveTo>
                      <a:cubicBezTo>
                        <a:pt x="730" y="33"/>
                        <a:pt x="730" y="1117"/>
                        <a:pt x="0" y="1150"/>
                      </a:cubicBezTo>
                      <a:lnTo>
                        <a:pt x="56" y="1150"/>
                      </a:lnTo>
                      <a:cubicBezTo>
                        <a:pt x="365" y="1150"/>
                        <a:pt x="620" y="896"/>
                        <a:pt x="620" y="575"/>
                      </a:cubicBezTo>
                      <a:cubicBezTo>
                        <a:pt x="620" y="254"/>
                        <a:pt x="365" y="0"/>
                        <a:pt x="56" y="0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" name="Google Shape;400;p4"/>
                <p:cNvSpPr/>
                <p:nvPr/>
              </p:nvSpPr>
              <p:spPr>
                <a:xfrm>
                  <a:off x="3084074" y="2945124"/>
                  <a:ext cx="84797" cy="122338"/>
                </a:xfrm>
                <a:custGeom>
                  <a:rect b="b" l="l" r="r" t="t"/>
                  <a:pathLst>
                    <a:path extrusionOk="0" h="831" w="576">
                      <a:moveTo>
                        <a:pt x="554" y="1"/>
                      </a:moveTo>
                      <a:cubicBezTo>
                        <a:pt x="1" y="1"/>
                        <a:pt x="1" y="830"/>
                        <a:pt x="554" y="830"/>
                      </a:cubicBezTo>
                      <a:lnTo>
                        <a:pt x="576" y="830"/>
                      </a:lnTo>
                      <a:cubicBezTo>
                        <a:pt x="355" y="819"/>
                        <a:pt x="178" y="642"/>
                        <a:pt x="178" y="421"/>
                      </a:cubicBezTo>
                      <a:cubicBezTo>
                        <a:pt x="178" y="200"/>
                        <a:pt x="355" y="12"/>
                        <a:pt x="57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4"/>
                <p:cNvSpPr/>
                <p:nvPr/>
              </p:nvSpPr>
              <p:spPr>
                <a:xfrm>
                  <a:off x="3168724" y="2980898"/>
                  <a:ext cx="38277" cy="50790"/>
                </a:xfrm>
                <a:custGeom>
                  <a:rect b="b" l="l" r="r" t="t"/>
                  <a:pathLst>
                    <a:path extrusionOk="0" h="345" w="260">
                      <a:moveTo>
                        <a:pt x="43" y="0"/>
                      </a:moveTo>
                      <a:cubicBezTo>
                        <a:pt x="36" y="0"/>
                        <a:pt x="30" y="1"/>
                        <a:pt x="23" y="1"/>
                      </a:cubicBezTo>
                      <a:lnTo>
                        <a:pt x="23" y="12"/>
                      </a:lnTo>
                      <a:lnTo>
                        <a:pt x="1" y="12"/>
                      </a:lnTo>
                      <a:cubicBezTo>
                        <a:pt x="211" y="23"/>
                        <a:pt x="211" y="322"/>
                        <a:pt x="1" y="344"/>
                      </a:cubicBezTo>
                      <a:lnTo>
                        <a:pt x="23" y="344"/>
                      </a:lnTo>
                      <a:cubicBezTo>
                        <a:pt x="30" y="345"/>
                        <a:pt x="36" y="345"/>
                        <a:pt x="43" y="345"/>
                      </a:cubicBezTo>
                      <a:cubicBezTo>
                        <a:pt x="259" y="345"/>
                        <a:pt x="259" y="0"/>
                        <a:pt x="43" y="0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4"/>
                <p:cNvSpPr/>
                <p:nvPr/>
              </p:nvSpPr>
              <p:spPr>
                <a:xfrm>
                  <a:off x="2807305" y="2810126"/>
                  <a:ext cx="373049" cy="211699"/>
                </a:xfrm>
                <a:custGeom>
                  <a:rect b="b" l="l" r="r" t="t"/>
                  <a:pathLst>
                    <a:path extrusionOk="0" h="1438" w="2534">
                      <a:moveTo>
                        <a:pt x="1273" y="255"/>
                      </a:moveTo>
                      <a:lnTo>
                        <a:pt x="1328" y="310"/>
                      </a:lnTo>
                      <a:lnTo>
                        <a:pt x="1217" y="310"/>
                      </a:lnTo>
                      <a:lnTo>
                        <a:pt x="1273" y="255"/>
                      </a:lnTo>
                      <a:close/>
                      <a:moveTo>
                        <a:pt x="952" y="575"/>
                      </a:moveTo>
                      <a:lnTo>
                        <a:pt x="952" y="1239"/>
                      </a:lnTo>
                      <a:lnTo>
                        <a:pt x="288" y="1239"/>
                      </a:lnTo>
                      <a:lnTo>
                        <a:pt x="952" y="575"/>
                      </a:lnTo>
                      <a:close/>
                      <a:moveTo>
                        <a:pt x="1593" y="575"/>
                      </a:moveTo>
                      <a:lnTo>
                        <a:pt x="2257" y="1239"/>
                      </a:lnTo>
                      <a:lnTo>
                        <a:pt x="1593" y="1239"/>
                      </a:lnTo>
                      <a:lnTo>
                        <a:pt x="1593" y="575"/>
                      </a:lnTo>
                      <a:close/>
                      <a:moveTo>
                        <a:pt x="1239" y="0"/>
                      </a:moveTo>
                      <a:lnTo>
                        <a:pt x="1" y="1239"/>
                      </a:lnTo>
                      <a:lnTo>
                        <a:pt x="1" y="1438"/>
                      </a:lnTo>
                      <a:lnTo>
                        <a:pt x="2522" y="1438"/>
                      </a:lnTo>
                      <a:lnTo>
                        <a:pt x="2522" y="1239"/>
                      </a:lnTo>
                      <a:lnTo>
                        <a:pt x="2533" y="1239"/>
                      </a:lnTo>
                      <a:lnTo>
                        <a:pt x="1317" y="22"/>
                      </a:lnTo>
                      <a:lnTo>
                        <a:pt x="1284" y="44"/>
                      </a:lnTo>
                      <a:lnTo>
                        <a:pt x="1239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" name="Google Shape;403;p4"/>
                <p:cNvSpPr/>
                <p:nvPr/>
              </p:nvSpPr>
              <p:spPr>
                <a:xfrm>
                  <a:off x="2795969" y="2810126"/>
                  <a:ext cx="372902" cy="211699"/>
                </a:xfrm>
                <a:custGeom>
                  <a:rect b="b" l="l" r="r" t="t"/>
                  <a:pathLst>
                    <a:path extrusionOk="0" h="1438" w="2533">
                      <a:moveTo>
                        <a:pt x="1272" y="255"/>
                      </a:moveTo>
                      <a:lnTo>
                        <a:pt x="1327" y="310"/>
                      </a:lnTo>
                      <a:lnTo>
                        <a:pt x="1217" y="310"/>
                      </a:lnTo>
                      <a:lnTo>
                        <a:pt x="1272" y="255"/>
                      </a:lnTo>
                      <a:close/>
                      <a:moveTo>
                        <a:pt x="951" y="575"/>
                      </a:moveTo>
                      <a:lnTo>
                        <a:pt x="951" y="1239"/>
                      </a:lnTo>
                      <a:lnTo>
                        <a:pt x="288" y="1239"/>
                      </a:lnTo>
                      <a:lnTo>
                        <a:pt x="951" y="575"/>
                      </a:lnTo>
                      <a:close/>
                      <a:moveTo>
                        <a:pt x="1593" y="575"/>
                      </a:moveTo>
                      <a:lnTo>
                        <a:pt x="2256" y="1239"/>
                      </a:lnTo>
                      <a:lnTo>
                        <a:pt x="1593" y="1239"/>
                      </a:lnTo>
                      <a:lnTo>
                        <a:pt x="1593" y="575"/>
                      </a:lnTo>
                      <a:close/>
                      <a:moveTo>
                        <a:pt x="1250" y="0"/>
                      </a:moveTo>
                      <a:lnTo>
                        <a:pt x="0" y="1239"/>
                      </a:lnTo>
                      <a:lnTo>
                        <a:pt x="0" y="1438"/>
                      </a:lnTo>
                      <a:lnTo>
                        <a:pt x="2533" y="1438"/>
                      </a:lnTo>
                      <a:lnTo>
                        <a:pt x="2533" y="1239"/>
                      </a:lnTo>
                      <a:lnTo>
                        <a:pt x="1316" y="22"/>
                      </a:lnTo>
                      <a:lnTo>
                        <a:pt x="1294" y="44"/>
                      </a:lnTo>
                      <a:lnTo>
                        <a:pt x="12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" name="Google Shape;404;p4"/>
                <p:cNvSpPr/>
                <p:nvPr/>
              </p:nvSpPr>
              <p:spPr>
                <a:xfrm>
                  <a:off x="907610" y="2945124"/>
                  <a:ext cx="143390" cy="122779"/>
                </a:xfrm>
                <a:custGeom>
                  <a:rect b="b" l="l" r="r" t="t"/>
                  <a:pathLst>
                    <a:path extrusionOk="0" h="834" w="974">
                      <a:moveTo>
                        <a:pt x="555" y="247"/>
                      </a:moveTo>
                      <a:cubicBezTo>
                        <a:pt x="645" y="247"/>
                        <a:pt x="730" y="317"/>
                        <a:pt x="730" y="421"/>
                      </a:cubicBezTo>
                      <a:cubicBezTo>
                        <a:pt x="730" y="510"/>
                        <a:pt x="653" y="587"/>
                        <a:pt x="554" y="587"/>
                      </a:cubicBezTo>
                      <a:cubicBezTo>
                        <a:pt x="399" y="587"/>
                        <a:pt x="321" y="410"/>
                        <a:pt x="432" y="300"/>
                      </a:cubicBezTo>
                      <a:cubicBezTo>
                        <a:pt x="468" y="264"/>
                        <a:pt x="512" y="247"/>
                        <a:pt x="555" y="247"/>
                      </a:cubicBezTo>
                      <a:close/>
                      <a:moveTo>
                        <a:pt x="554" y="1"/>
                      </a:moveTo>
                      <a:cubicBezTo>
                        <a:pt x="189" y="1"/>
                        <a:pt x="1" y="454"/>
                        <a:pt x="255" y="709"/>
                      </a:cubicBezTo>
                      <a:cubicBezTo>
                        <a:pt x="341" y="795"/>
                        <a:pt x="447" y="833"/>
                        <a:pt x="551" y="833"/>
                      </a:cubicBezTo>
                      <a:cubicBezTo>
                        <a:pt x="767" y="833"/>
                        <a:pt x="974" y="668"/>
                        <a:pt x="974" y="421"/>
                      </a:cubicBezTo>
                      <a:cubicBezTo>
                        <a:pt x="974" y="189"/>
                        <a:pt x="786" y="1"/>
                        <a:pt x="55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4"/>
                <p:cNvSpPr/>
                <p:nvPr/>
              </p:nvSpPr>
              <p:spPr>
                <a:xfrm>
                  <a:off x="876694" y="2922453"/>
                  <a:ext cx="197124" cy="169153"/>
                </a:xfrm>
                <a:custGeom>
                  <a:rect b="b" l="l" r="r" t="t"/>
                  <a:pathLst>
                    <a:path extrusionOk="0" h="1149" w="1339">
                      <a:moveTo>
                        <a:pt x="754" y="160"/>
                      </a:moveTo>
                      <a:cubicBezTo>
                        <a:pt x="973" y="160"/>
                        <a:pt x="1184" y="326"/>
                        <a:pt x="1184" y="575"/>
                      </a:cubicBezTo>
                      <a:cubicBezTo>
                        <a:pt x="1184" y="807"/>
                        <a:pt x="996" y="995"/>
                        <a:pt x="764" y="995"/>
                      </a:cubicBezTo>
                      <a:cubicBezTo>
                        <a:pt x="399" y="995"/>
                        <a:pt x="211" y="542"/>
                        <a:pt x="465" y="277"/>
                      </a:cubicBezTo>
                      <a:cubicBezTo>
                        <a:pt x="549" y="196"/>
                        <a:pt x="653" y="160"/>
                        <a:pt x="754" y="160"/>
                      </a:cubicBezTo>
                      <a:close/>
                      <a:moveTo>
                        <a:pt x="764" y="0"/>
                      </a:moveTo>
                      <a:cubicBezTo>
                        <a:pt x="255" y="0"/>
                        <a:pt x="1" y="619"/>
                        <a:pt x="354" y="984"/>
                      </a:cubicBezTo>
                      <a:cubicBezTo>
                        <a:pt x="472" y="1098"/>
                        <a:pt x="615" y="1149"/>
                        <a:pt x="755" y="1149"/>
                      </a:cubicBezTo>
                      <a:cubicBezTo>
                        <a:pt x="1053" y="1149"/>
                        <a:pt x="1339" y="921"/>
                        <a:pt x="1339" y="575"/>
                      </a:cubicBezTo>
                      <a:cubicBezTo>
                        <a:pt x="1339" y="254"/>
                        <a:pt x="1084" y="0"/>
                        <a:pt x="7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4"/>
                <p:cNvSpPr/>
                <p:nvPr/>
              </p:nvSpPr>
              <p:spPr>
                <a:xfrm>
                  <a:off x="954867" y="2982517"/>
                  <a:ext cx="60359" cy="50201"/>
                </a:xfrm>
                <a:custGeom>
                  <a:rect b="b" l="l" r="r" t="t"/>
                  <a:pathLst>
                    <a:path extrusionOk="0" h="341" w="410">
                      <a:moveTo>
                        <a:pt x="251" y="0"/>
                      </a:moveTo>
                      <a:cubicBezTo>
                        <a:pt x="245" y="0"/>
                        <a:pt x="239" y="1"/>
                        <a:pt x="233" y="1"/>
                      </a:cubicBezTo>
                      <a:cubicBezTo>
                        <a:pt x="78" y="1"/>
                        <a:pt x="0" y="178"/>
                        <a:pt x="111" y="289"/>
                      </a:cubicBezTo>
                      <a:cubicBezTo>
                        <a:pt x="147" y="325"/>
                        <a:pt x="191" y="341"/>
                        <a:pt x="234" y="341"/>
                      </a:cubicBezTo>
                      <a:cubicBezTo>
                        <a:pt x="324" y="341"/>
                        <a:pt x="409" y="272"/>
                        <a:pt x="409" y="167"/>
                      </a:cubicBezTo>
                      <a:cubicBezTo>
                        <a:pt x="399" y="74"/>
                        <a:pt x="340" y="0"/>
                        <a:pt x="251" y="0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" name="Google Shape;407;p4"/>
                <p:cNvSpPr/>
                <p:nvPr/>
              </p:nvSpPr>
              <p:spPr>
                <a:xfrm>
                  <a:off x="1013459" y="2922306"/>
                  <a:ext cx="105997" cy="169595"/>
                </a:xfrm>
                <a:custGeom>
                  <a:rect b="b" l="l" r="r" t="t"/>
                  <a:pathLst>
                    <a:path extrusionOk="0" h="1152" w="720">
                      <a:moveTo>
                        <a:pt x="54" y="1"/>
                      </a:moveTo>
                      <a:cubicBezTo>
                        <a:pt x="48" y="1"/>
                        <a:pt x="41" y="1"/>
                        <a:pt x="34" y="1"/>
                      </a:cubicBezTo>
                      <a:lnTo>
                        <a:pt x="0" y="1"/>
                      </a:lnTo>
                      <a:cubicBezTo>
                        <a:pt x="719" y="34"/>
                        <a:pt x="719" y="1118"/>
                        <a:pt x="0" y="1151"/>
                      </a:cubicBezTo>
                      <a:lnTo>
                        <a:pt x="34" y="1151"/>
                      </a:lnTo>
                      <a:cubicBezTo>
                        <a:pt x="41" y="1151"/>
                        <a:pt x="48" y="1152"/>
                        <a:pt x="54" y="1152"/>
                      </a:cubicBezTo>
                      <a:cubicBezTo>
                        <a:pt x="376" y="1152"/>
                        <a:pt x="631" y="901"/>
                        <a:pt x="631" y="576"/>
                      </a:cubicBezTo>
                      <a:cubicBezTo>
                        <a:pt x="631" y="251"/>
                        <a:pt x="376" y="1"/>
                        <a:pt x="54" y="1"/>
                      </a:cubicBezTo>
                      <a:close/>
                    </a:path>
                  </a:pathLst>
                </a:cu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" name="Google Shape;408;p4"/>
                <p:cNvSpPr/>
                <p:nvPr/>
              </p:nvSpPr>
              <p:spPr>
                <a:xfrm>
                  <a:off x="990641" y="2922453"/>
                  <a:ext cx="107616" cy="169447"/>
                </a:xfrm>
                <a:custGeom>
                  <a:rect b="b" l="l" r="r" t="t"/>
                  <a:pathLst>
                    <a:path extrusionOk="0" h="1151" w="731">
                      <a:moveTo>
                        <a:pt x="1" y="0"/>
                      </a:moveTo>
                      <a:cubicBezTo>
                        <a:pt x="730" y="33"/>
                        <a:pt x="730" y="1117"/>
                        <a:pt x="1" y="1150"/>
                      </a:cubicBezTo>
                      <a:lnTo>
                        <a:pt x="155" y="1150"/>
                      </a:lnTo>
                      <a:cubicBezTo>
                        <a:pt x="465" y="1150"/>
                        <a:pt x="719" y="896"/>
                        <a:pt x="719" y="575"/>
                      </a:cubicBezTo>
                      <a:cubicBezTo>
                        <a:pt x="719" y="254"/>
                        <a:pt x="465" y="0"/>
                        <a:pt x="155" y="0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4"/>
                <p:cNvSpPr/>
                <p:nvPr/>
              </p:nvSpPr>
              <p:spPr>
                <a:xfrm>
                  <a:off x="984163" y="2922453"/>
                  <a:ext cx="105997" cy="169447"/>
                </a:xfrm>
                <a:custGeom>
                  <a:rect b="b" l="l" r="r" t="t"/>
                  <a:pathLst>
                    <a:path extrusionOk="0" h="1151" w="720">
                      <a:moveTo>
                        <a:pt x="0" y="0"/>
                      </a:moveTo>
                      <a:cubicBezTo>
                        <a:pt x="719" y="33"/>
                        <a:pt x="719" y="1117"/>
                        <a:pt x="0" y="1150"/>
                      </a:cubicBezTo>
                      <a:lnTo>
                        <a:pt x="45" y="1150"/>
                      </a:lnTo>
                      <a:cubicBezTo>
                        <a:pt x="365" y="1150"/>
                        <a:pt x="620" y="896"/>
                        <a:pt x="620" y="575"/>
                      </a:cubicBezTo>
                      <a:cubicBezTo>
                        <a:pt x="620" y="254"/>
                        <a:pt x="365" y="0"/>
                        <a:pt x="45" y="0"/>
                      </a:cubicBezTo>
                      <a:close/>
                    </a:path>
                  </a:pathLst>
                </a:cu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" name="Google Shape;410;p4"/>
                <p:cNvSpPr/>
                <p:nvPr/>
              </p:nvSpPr>
              <p:spPr>
                <a:xfrm>
                  <a:off x="907610" y="2945124"/>
                  <a:ext cx="84797" cy="122338"/>
                </a:xfrm>
                <a:custGeom>
                  <a:rect b="b" l="l" r="r" t="t"/>
                  <a:pathLst>
                    <a:path extrusionOk="0" h="831" w="576">
                      <a:moveTo>
                        <a:pt x="554" y="1"/>
                      </a:moveTo>
                      <a:cubicBezTo>
                        <a:pt x="1" y="1"/>
                        <a:pt x="1" y="830"/>
                        <a:pt x="554" y="830"/>
                      </a:cubicBezTo>
                      <a:lnTo>
                        <a:pt x="576" y="830"/>
                      </a:lnTo>
                      <a:cubicBezTo>
                        <a:pt x="355" y="819"/>
                        <a:pt x="178" y="642"/>
                        <a:pt x="178" y="421"/>
                      </a:cubicBezTo>
                      <a:cubicBezTo>
                        <a:pt x="178" y="200"/>
                        <a:pt x="355" y="12"/>
                        <a:pt x="576" y="1"/>
                      </a:cubicBezTo>
                      <a:close/>
                    </a:path>
                  </a:pathLst>
                </a:custGeom>
                <a:solidFill>
                  <a:srgbClr val="C3C5C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" name="Google Shape;411;p4"/>
                <p:cNvSpPr/>
                <p:nvPr/>
              </p:nvSpPr>
              <p:spPr>
                <a:xfrm>
                  <a:off x="992260" y="2981045"/>
                  <a:ext cx="34302" cy="50643"/>
                </a:xfrm>
                <a:custGeom>
                  <a:rect b="b" l="l" r="r" t="t"/>
                  <a:pathLst>
                    <a:path extrusionOk="0" h="344" w="233">
                      <a:moveTo>
                        <a:pt x="23" y="0"/>
                      </a:moveTo>
                      <a:lnTo>
                        <a:pt x="23" y="11"/>
                      </a:lnTo>
                      <a:lnTo>
                        <a:pt x="1" y="11"/>
                      </a:lnTo>
                      <a:cubicBezTo>
                        <a:pt x="211" y="22"/>
                        <a:pt x="211" y="321"/>
                        <a:pt x="1" y="343"/>
                      </a:cubicBezTo>
                      <a:lnTo>
                        <a:pt x="23" y="343"/>
                      </a:lnTo>
                      <a:cubicBezTo>
                        <a:pt x="233" y="321"/>
                        <a:pt x="233" y="22"/>
                        <a:pt x="23" y="0"/>
                      </a:cubicBezTo>
                      <a:close/>
                    </a:path>
                  </a:pathLst>
                </a:custGeom>
                <a:solidFill>
                  <a:srgbClr val="C3C5C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" name="Google Shape;412;p4"/>
                <p:cNvSpPr/>
                <p:nvPr/>
              </p:nvSpPr>
              <p:spPr>
                <a:xfrm>
                  <a:off x="1272268" y="2945124"/>
                  <a:ext cx="143390" cy="122779"/>
                </a:xfrm>
                <a:custGeom>
                  <a:rect b="b" l="l" r="r" t="t"/>
                  <a:pathLst>
                    <a:path extrusionOk="0" h="834" w="974">
                      <a:moveTo>
                        <a:pt x="559" y="247"/>
                      </a:moveTo>
                      <a:cubicBezTo>
                        <a:pt x="645" y="247"/>
                        <a:pt x="730" y="317"/>
                        <a:pt x="730" y="421"/>
                      </a:cubicBezTo>
                      <a:cubicBezTo>
                        <a:pt x="730" y="510"/>
                        <a:pt x="653" y="587"/>
                        <a:pt x="565" y="587"/>
                      </a:cubicBezTo>
                      <a:cubicBezTo>
                        <a:pt x="410" y="587"/>
                        <a:pt x="332" y="410"/>
                        <a:pt x="443" y="300"/>
                      </a:cubicBezTo>
                      <a:cubicBezTo>
                        <a:pt x="475" y="264"/>
                        <a:pt x="517" y="247"/>
                        <a:pt x="559" y="247"/>
                      </a:cubicBezTo>
                      <a:close/>
                      <a:moveTo>
                        <a:pt x="565" y="1"/>
                      </a:moveTo>
                      <a:cubicBezTo>
                        <a:pt x="189" y="1"/>
                        <a:pt x="1" y="454"/>
                        <a:pt x="266" y="709"/>
                      </a:cubicBezTo>
                      <a:cubicBezTo>
                        <a:pt x="352" y="795"/>
                        <a:pt x="457" y="833"/>
                        <a:pt x="559" y="833"/>
                      </a:cubicBezTo>
                      <a:cubicBezTo>
                        <a:pt x="772" y="833"/>
                        <a:pt x="974" y="668"/>
                        <a:pt x="974" y="421"/>
                      </a:cubicBezTo>
                      <a:cubicBezTo>
                        <a:pt x="974" y="189"/>
                        <a:pt x="786" y="1"/>
                        <a:pt x="56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3" name="Google Shape;413;p4"/>
                <p:cNvSpPr/>
                <p:nvPr/>
              </p:nvSpPr>
              <p:spPr>
                <a:xfrm>
                  <a:off x="1241352" y="2922453"/>
                  <a:ext cx="197124" cy="169153"/>
                </a:xfrm>
                <a:custGeom>
                  <a:rect b="b" l="l" r="r" t="t"/>
                  <a:pathLst>
                    <a:path extrusionOk="0" h="1149" w="1339">
                      <a:moveTo>
                        <a:pt x="763" y="160"/>
                      </a:moveTo>
                      <a:cubicBezTo>
                        <a:pt x="978" y="160"/>
                        <a:pt x="1184" y="326"/>
                        <a:pt x="1184" y="575"/>
                      </a:cubicBezTo>
                      <a:cubicBezTo>
                        <a:pt x="1184" y="807"/>
                        <a:pt x="996" y="995"/>
                        <a:pt x="775" y="995"/>
                      </a:cubicBezTo>
                      <a:cubicBezTo>
                        <a:pt x="399" y="995"/>
                        <a:pt x="211" y="542"/>
                        <a:pt x="476" y="277"/>
                      </a:cubicBezTo>
                      <a:cubicBezTo>
                        <a:pt x="560" y="196"/>
                        <a:pt x="663" y="160"/>
                        <a:pt x="763" y="160"/>
                      </a:cubicBezTo>
                      <a:close/>
                      <a:moveTo>
                        <a:pt x="775" y="0"/>
                      </a:moveTo>
                      <a:cubicBezTo>
                        <a:pt x="255" y="0"/>
                        <a:pt x="1" y="619"/>
                        <a:pt x="365" y="984"/>
                      </a:cubicBezTo>
                      <a:cubicBezTo>
                        <a:pt x="482" y="1098"/>
                        <a:pt x="625" y="1149"/>
                        <a:pt x="764" y="1149"/>
                      </a:cubicBezTo>
                      <a:cubicBezTo>
                        <a:pt x="1058" y="1149"/>
                        <a:pt x="1338" y="921"/>
                        <a:pt x="1338" y="575"/>
                      </a:cubicBezTo>
                      <a:cubicBezTo>
                        <a:pt x="1338" y="254"/>
                        <a:pt x="1084" y="0"/>
                        <a:pt x="77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4" name="Google Shape;414;p4"/>
                <p:cNvSpPr/>
                <p:nvPr/>
              </p:nvSpPr>
              <p:spPr>
                <a:xfrm>
                  <a:off x="1321144" y="2982517"/>
                  <a:ext cx="58740" cy="50201"/>
                </a:xfrm>
                <a:custGeom>
                  <a:rect b="b" l="l" r="r" t="t"/>
                  <a:pathLst>
                    <a:path extrusionOk="0" h="341" w="399">
                      <a:moveTo>
                        <a:pt x="249" y="0"/>
                      </a:moveTo>
                      <a:cubicBezTo>
                        <a:pt x="244" y="0"/>
                        <a:pt x="238" y="1"/>
                        <a:pt x="233" y="1"/>
                      </a:cubicBezTo>
                      <a:cubicBezTo>
                        <a:pt x="78" y="1"/>
                        <a:pt x="0" y="178"/>
                        <a:pt x="111" y="289"/>
                      </a:cubicBezTo>
                      <a:cubicBezTo>
                        <a:pt x="147" y="325"/>
                        <a:pt x="190" y="341"/>
                        <a:pt x="231" y="341"/>
                      </a:cubicBezTo>
                      <a:cubicBezTo>
                        <a:pt x="318" y="341"/>
                        <a:pt x="398" y="272"/>
                        <a:pt x="398" y="167"/>
                      </a:cubicBezTo>
                      <a:cubicBezTo>
                        <a:pt x="398" y="74"/>
                        <a:pt x="331" y="0"/>
                        <a:pt x="249" y="0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5" name="Google Shape;415;p4"/>
                <p:cNvSpPr/>
                <p:nvPr/>
              </p:nvSpPr>
              <p:spPr>
                <a:xfrm>
                  <a:off x="1378117" y="2922453"/>
                  <a:ext cx="112474" cy="169447"/>
                </a:xfrm>
                <a:custGeom>
                  <a:rect b="b" l="l" r="r" t="t"/>
                  <a:pathLst>
                    <a:path extrusionOk="0" h="1151" w="764">
                      <a:moveTo>
                        <a:pt x="0" y="0"/>
                      </a:moveTo>
                      <a:cubicBezTo>
                        <a:pt x="730" y="33"/>
                        <a:pt x="730" y="1117"/>
                        <a:pt x="0" y="1150"/>
                      </a:cubicBezTo>
                      <a:lnTo>
                        <a:pt x="45" y="1150"/>
                      </a:lnTo>
                      <a:cubicBezTo>
                        <a:pt x="763" y="1117"/>
                        <a:pt x="763" y="33"/>
                        <a:pt x="45" y="0"/>
                      </a:cubicBezTo>
                      <a:close/>
                    </a:path>
                  </a:pathLst>
                </a:cu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6" name="Google Shape;416;p4"/>
                <p:cNvSpPr/>
                <p:nvPr/>
              </p:nvSpPr>
              <p:spPr>
                <a:xfrm>
                  <a:off x="1356918" y="2922306"/>
                  <a:ext cx="105997" cy="169595"/>
                </a:xfrm>
                <a:custGeom>
                  <a:rect b="b" l="l" r="r" t="t"/>
                  <a:pathLst>
                    <a:path extrusionOk="0" h="1152" w="720">
                      <a:moveTo>
                        <a:pt x="21" y="1"/>
                      </a:moveTo>
                      <a:cubicBezTo>
                        <a:pt x="14" y="1"/>
                        <a:pt x="7" y="1"/>
                        <a:pt x="1" y="1"/>
                      </a:cubicBezTo>
                      <a:lnTo>
                        <a:pt x="41" y="1"/>
                      </a:lnTo>
                      <a:cubicBezTo>
                        <a:pt x="34" y="1"/>
                        <a:pt x="27" y="1"/>
                        <a:pt x="21" y="1"/>
                      </a:cubicBezTo>
                      <a:close/>
                      <a:moveTo>
                        <a:pt x="41" y="1"/>
                      </a:moveTo>
                      <a:cubicBezTo>
                        <a:pt x="344" y="12"/>
                        <a:pt x="598" y="258"/>
                        <a:pt x="598" y="576"/>
                      </a:cubicBezTo>
                      <a:cubicBezTo>
                        <a:pt x="598" y="894"/>
                        <a:pt x="344" y="1141"/>
                        <a:pt x="41" y="1151"/>
                      </a:cubicBezTo>
                      <a:lnTo>
                        <a:pt x="144" y="1151"/>
                      </a:lnTo>
                      <a:cubicBezTo>
                        <a:pt x="465" y="1151"/>
                        <a:pt x="719" y="886"/>
                        <a:pt x="719" y="576"/>
                      </a:cubicBezTo>
                      <a:cubicBezTo>
                        <a:pt x="719" y="255"/>
                        <a:pt x="465" y="1"/>
                        <a:pt x="144" y="1"/>
                      </a:cubicBezTo>
                      <a:close/>
                      <a:moveTo>
                        <a:pt x="1" y="1151"/>
                      </a:moveTo>
                      <a:cubicBezTo>
                        <a:pt x="7" y="1151"/>
                        <a:pt x="14" y="1152"/>
                        <a:pt x="21" y="1152"/>
                      </a:cubicBezTo>
                      <a:cubicBezTo>
                        <a:pt x="27" y="1152"/>
                        <a:pt x="34" y="1151"/>
                        <a:pt x="41" y="115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7" name="Google Shape;417;p4"/>
                <p:cNvSpPr/>
                <p:nvPr/>
              </p:nvSpPr>
              <p:spPr>
                <a:xfrm>
                  <a:off x="1348821" y="2922306"/>
                  <a:ext cx="92894" cy="169595"/>
                </a:xfrm>
                <a:custGeom>
                  <a:rect b="b" l="l" r="r" t="t"/>
                  <a:pathLst>
                    <a:path extrusionOk="0" h="1152" w="631">
                      <a:moveTo>
                        <a:pt x="21" y="1"/>
                      </a:moveTo>
                      <a:cubicBezTo>
                        <a:pt x="14" y="1"/>
                        <a:pt x="7" y="1"/>
                        <a:pt x="0" y="1"/>
                      </a:cubicBezTo>
                      <a:lnTo>
                        <a:pt x="42" y="1"/>
                      </a:lnTo>
                      <a:cubicBezTo>
                        <a:pt x="35" y="1"/>
                        <a:pt x="28" y="1"/>
                        <a:pt x="21" y="1"/>
                      </a:cubicBezTo>
                      <a:close/>
                      <a:moveTo>
                        <a:pt x="42" y="1"/>
                      </a:moveTo>
                      <a:cubicBezTo>
                        <a:pt x="355" y="12"/>
                        <a:pt x="608" y="258"/>
                        <a:pt x="608" y="576"/>
                      </a:cubicBezTo>
                      <a:cubicBezTo>
                        <a:pt x="608" y="894"/>
                        <a:pt x="355" y="1141"/>
                        <a:pt x="42" y="1151"/>
                      </a:cubicBezTo>
                      <a:lnTo>
                        <a:pt x="56" y="1151"/>
                      </a:lnTo>
                      <a:cubicBezTo>
                        <a:pt x="376" y="1151"/>
                        <a:pt x="631" y="897"/>
                        <a:pt x="631" y="576"/>
                      </a:cubicBezTo>
                      <a:cubicBezTo>
                        <a:pt x="631" y="255"/>
                        <a:pt x="376" y="1"/>
                        <a:pt x="56" y="1"/>
                      </a:cubicBezTo>
                      <a:close/>
                      <a:moveTo>
                        <a:pt x="0" y="1151"/>
                      </a:moveTo>
                      <a:cubicBezTo>
                        <a:pt x="7" y="1151"/>
                        <a:pt x="14" y="1152"/>
                        <a:pt x="21" y="1152"/>
                      </a:cubicBezTo>
                      <a:cubicBezTo>
                        <a:pt x="28" y="1152"/>
                        <a:pt x="35" y="1151"/>
                        <a:pt x="42" y="1151"/>
                      </a:cubicBezTo>
                      <a:close/>
                    </a:path>
                  </a:pathLst>
                </a:cu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8" name="Google Shape;418;p4"/>
                <p:cNvSpPr/>
                <p:nvPr/>
              </p:nvSpPr>
              <p:spPr>
                <a:xfrm>
                  <a:off x="1273887" y="2945124"/>
                  <a:ext cx="84797" cy="122338"/>
                </a:xfrm>
                <a:custGeom>
                  <a:rect b="b" l="l" r="r" t="t"/>
                  <a:pathLst>
                    <a:path extrusionOk="0" h="831" w="576">
                      <a:moveTo>
                        <a:pt x="554" y="1"/>
                      </a:moveTo>
                      <a:cubicBezTo>
                        <a:pt x="1" y="1"/>
                        <a:pt x="1" y="830"/>
                        <a:pt x="554" y="830"/>
                      </a:cubicBezTo>
                      <a:lnTo>
                        <a:pt x="576" y="830"/>
                      </a:lnTo>
                      <a:cubicBezTo>
                        <a:pt x="354" y="819"/>
                        <a:pt x="178" y="642"/>
                        <a:pt x="178" y="421"/>
                      </a:cubicBezTo>
                      <a:cubicBezTo>
                        <a:pt x="178" y="200"/>
                        <a:pt x="354" y="12"/>
                        <a:pt x="576" y="1"/>
                      </a:cubicBezTo>
                      <a:close/>
                    </a:path>
                  </a:pathLst>
                </a:cu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9" name="Google Shape;419;p4"/>
                <p:cNvSpPr/>
                <p:nvPr/>
              </p:nvSpPr>
              <p:spPr>
                <a:xfrm>
                  <a:off x="1358537" y="2980898"/>
                  <a:ext cx="38277" cy="50790"/>
                </a:xfrm>
                <a:custGeom>
                  <a:rect b="b" l="l" r="r" t="t"/>
                  <a:pathLst>
                    <a:path extrusionOk="0" h="345" w="260">
                      <a:moveTo>
                        <a:pt x="32" y="0"/>
                      </a:moveTo>
                      <a:cubicBezTo>
                        <a:pt x="26" y="0"/>
                        <a:pt x="19" y="1"/>
                        <a:pt x="12" y="1"/>
                      </a:cubicBezTo>
                      <a:lnTo>
                        <a:pt x="12" y="12"/>
                      </a:lnTo>
                      <a:lnTo>
                        <a:pt x="1" y="12"/>
                      </a:lnTo>
                      <a:cubicBezTo>
                        <a:pt x="200" y="23"/>
                        <a:pt x="200" y="322"/>
                        <a:pt x="1" y="344"/>
                      </a:cubicBezTo>
                      <a:lnTo>
                        <a:pt x="12" y="344"/>
                      </a:lnTo>
                      <a:cubicBezTo>
                        <a:pt x="19" y="345"/>
                        <a:pt x="26" y="345"/>
                        <a:pt x="32" y="345"/>
                      </a:cubicBezTo>
                      <a:cubicBezTo>
                        <a:pt x="259" y="345"/>
                        <a:pt x="259" y="0"/>
                        <a:pt x="32" y="0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0" name="Google Shape;420;p4"/>
                <p:cNvSpPr/>
                <p:nvPr/>
              </p:nvSpPr>
              <p:spPr>
                <a:xfrm>
                  <a:off x="995499" y="2810126"/>
                  <a:ext cx="372902" cy="211699"/>
                </a:xfrm>
                <a:custGeom>
                  <a:rect b="b" l="l" r="r" t="t"/>
                  <a:pathLst>
                    <a:path extrusionOk="0" h="1438" w="2533">
                      <a:moveTo>
                        <a:pt x="1272" y="255"/>
                      </a:moveTo>
                      <a:lnTo>
                        <a:pt x="1328" y="310"/>
                      </a:lnTo>
                      <a:lnTo>
                        <a:pt x="1217" y="310"/>
                      </a:lnTo>
                      <a:lnTo>
                        <a:pt x="1272" y="255"/>
                      </a:lnTo>
                      <a:close/>
                      <a:moveTo>
                        <a:pt x="963" y="575"/>
                      </a:moveTo>
                      <a:lnTo>
                        <a:pt x="963" y="1239"/>
                      </a:lnTo>
                      <a:lnTo>
                        <a:pt x="288" y="1239"/>
                      </a:lnTo>
                      <a:lnTo>
                        <a:pt x="963" y="575"/>
                      </a:lnTo>
                      <a:close/>
                      <a:moveTo>
                        <a:pt x="1582" y="575"/>
                      </a:moveTo>
                      <a:lnTo>
                        <a:pt x="2257" y="1239"/>
                      </a:lnTo>
                      <a:lnTo>
                        <a:pt x="1582" y="1239"/>
                      </a:lnTo>
                      <a:lnTo>
                        <a:pt x="1582" y="575"/>
                      </a:lnTo>
                      <a:close/>
                      <a:moveTo>
                        <a:pt x="1250" y="0"/>
                      </a:moveTo>
                      <a:lnTo>
                        <a:pt x="1" y="1239"/>
                      </a:lnTo>
                      <a:lnTo>
                        <a:pt x="1" y="1438"/>
                      </a:lnTo>
                      <a:lnTo>
                        <a:pt x="2533" y="1438"/>
                      </a:lnTo>
                      <a:lnTo>
                        <a:pt x="2533" y="1239"/>
                      </a:lnTo>
                      <a:lnTo>
                        <a:pt x="1317" y="22"/>
                      </a:lnTo>
                      <a:lnTo>
                        <a:pt x="1295" y="44"/>
                      </a:lnTo>
                      <a:lnTo>
                        <a:pt x="1250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" name="Google Shape;421;p4"/>
                <p:cNvSpPr/>
                <p:nvPr/>
              </p:nvSpPr>
              <p:spPr>
                <a:xfrm>
                  <a:off x="985783" y="2810126"/>
                  <a:ext cx="372902" cy="211699"/>
                </a:xfrm>
                <a:custGeom>
                  <a:rect b="b" l="l" r="r" t="t"/>
                  <a:pathLst>
                    <a:path extrusionOk="0" h="1438" w="2533">
                      <a:moveTo>
                        <a:pt x="1272" y="255"/>
                      </a:moveTo>
                      <a:lnTo>
                        <a:pt x="1327" y="310"/>
                      </a:lnTo>
                      <a:lnTo>
                        <a:pt x="1217" y="310"/>
                      </a:lnTo>
                      <a:lnTo>
                        <a:pt x="1272" y="255"/>
                      </a:lnTo>
                      <a:close/>
                      <a:moveTo>
                        <a:pt x="951" y="575"/>
                      </a:moveTo>
                      <a:lnTo>
                        <a:pt x="951" y="1239"/>
                      </a:lnTo>
                      <a:lnTo>
                        <a:pt x="288" y="1239"/>
                      </a:lnTo>
                      <a:lnTo>
                        <a:pt x="951" y="575"/>
                      </a:lnTo>
                      <a:close/>
                      <a:moveTo>
                        <a:pt x="1582" y="575"/>
                      </a:moveTo>
                      <a:lnTo>
                        <a:pt x="2256" y="1239"/>
                      </a:lnTo>
                      <a:lnTo>
                        <a:pt x="1582" y="1239"/>
                      </a:lnTo>
                      <a:lnTo>
                        <a:pt x="1582" y="575"/>
                      </a:lnTo>
                      <a:close/>
                      <a:moveTo>
                        <a:pt x="1239" y="0"/>
                      </a:moveTo>
                      <a:lnTo>
                        <a:pt x="0" y="1239"/>
                      </a:lnTo>
                      <a:lnTo>
                        <a:pt x="0" y="1438"/>
                      </a:lnTo>
                      <a:lnTo>
                        <a:pt x="2533" y="1438"/>
                      </a:lnTo>
                      <a:lnTo>
                        <a:pt x="2533" y="1239"/>
                      </a:lnTo>
                      <a:lnTo>
                        <a:pt x="1316" y="22"/>
                      </a:lnTo>
                      <a:lnTo>
                        <a:pt x="1283" y="44"/>
                      </a:lnTo>
                      <a:lnTo>
                        <a:pt x="123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" name="Google Shape;422;p4"/>
                <p:cNvSpPr/>
                <p:nvPr/>
              </p:nvSpPr>
              <p:spPr>
                <a:xfrm>
                  <a:off x="3199640" y="2162222"/>
                  <a:ext cx="835312" cy="695161"/>
                </a:xfrm>
                <a:custGeom>
                  <a:rect b="b" l="l" r="r" t="t"/>
                  <a:pathLst>
                    <a:path extrusionOk="0" h="4722" w="5674">
                      <a:moveTo>
                        <a:pt x="1" y="0"/>
                      </a:moveTo>
                      <a:lnTo>
                        <a:pt x="1" y="4722"/>
                      </a:lnTo>
                      <a:lnTo>
                        <a:pt x="4977" y="4722"/>
                      </a:lnTo>
                      <a:cubicBezTo>
                        <a:pt x="5364" y="4722"/>
                        <a:pt x="5673" y="4412"/>
                        <a:pt x="5673" y="4025"/>
                      </a:cubicBezTo>
                      <a:lnTo>
                        <a:pt x="5673" y="697"/>
                      </a:lnTo>
                      <a:cubicBezTo>
                        <a:pt x="5673" y="310"/>
                        <a:pt x="5364" y="0"/>
                        <a:pt x="4977" y="0"/>
                      </a:cubicBezTo>
                      <a:close/>
                    </a:path>
                  </a:pathLst>
                </a:custGeom>
                <a:solidFill>
                  <a:srgbClr val="D8D8D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" name="Google Shape;423;p4"/>
                <p:cNvSpPr/>
                <p:nvPr/>
              </p:nvSpPr>
              <p:spPr>
                <a:xfrm>
                  <a:off x="1091632" y="2162222"/>
                  <a:ext cx="2627538" cy="32682"/>
                </a:xfrm>
                <a:custGeom>
                  <a:rect b="b" l="l" r="r" t="t"/>
                  <a:pathLst>
                    <a:path extrusionOk="0" h="222" w="17848">
                      <a:moveTo>
                        <a:pt x="2145" y="0"/>
                      </a:moveTo>
                      <a:cubicBezTo>
                        <a:pt x="1427" y="0"/>
                        <a:pt x="708" y="78"/>
                        <a:pt x="0" y="221"/>
                      </a:cubicBezTo>
                      <a:lnTo>
                        <a:pt x="17847" y="221"/>
                      </a:lnTo>
                      <a:cubicBezTo>
                        <a:pt x="17714" y="89"/>
                        <a:pt x="17526" y="0"/>
                        <a:pt x="17338" y="0"/>
                      </a:cubicBezTo>
                      <a:close/>
                    </a:path>
                  </a:pathLst>
                </a:custGeom>
                <a:solidFill>
                  <a:srgbClr val="D8D8D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" name="Google Shape;424;p4"/>
                <p:cNvSpPr/>
                <p:nvPr/>
              </p:nvSpPr>
              <p:spPr>
                <a:xfrm>
                  <a:off x="261325" y="2194757"/>
                  <a:ext cx="3483902" cy="661007"/>
                </a:xfrm>
                <a:custGeom>
                  <a:rect b="b" l="l" r="r" t="t"/>
                  <a:pathLst>
                    <a:path extrusionOk="0" h="4490" w="23665">
                      <a:moveTo>
                        <a:pt x="5640" y="0"/>
                      </a:moveTo>
                      <a:cubicBezTo>
                        <a:pt x="5331" y="67"/>
                        <a:pt x="5021" y="155"/>
                        <a:pt x="4711" y="244"/>
                      </a:cubicBezTo>
                      <a:cubicBezTo>
                        <a:pt x="4634" y="266"/>
                        <a:pt x="4645" y="376"/>
                        <a:pt x="4722" y="387"/>
                      </a:cubicBezTo>
                      <a:lnTo>
                        <a:pt x="4733" y="387"/>
                      </a:lnTo>
                      <a:cubicBezTo>
                        <a:pt x="5784" y="376"/>
                        <a:pt x="6834" y="321"/>
                        <a:pt x="7874" y="244"/>
                      </a:cubicBezTo>
                      <a:cubicBezTo>
                        <a:pt x="7882" y="243"/>
                        <a:pt x="7889" y="243"/>
                        <a:pt x="7897" y="243"/>
                      </a:cubicBezTo>
                      <a:cubicBezTo>
                        <a:pt x="8166" y="243"/>
                        <a:pt x="8243" y="623"/>
                        <a:pt x="7984" y="730"/>
                      </a:cubicBezTo>
                      <a:lnTo>
                        <a:pt x="6547" y="1338"/>
                      </a:lnTo>
                      <a:cubicBezTo>
                        <a:pt x="5275" y="1858"/>
                        <a:pt x="3915" y="2135"/>
                        <a:pt x="2533" y="2135"/>
                      </a:cubicBezTo>
                      <a:lnTo>
                        <a:pt x="609" y="2135"/>
                      </a:lnTo>
                      <a:cubicBezTo>
                        <a:pt x="454" y="2135"/>
                        <a:pt x="310" y="2223"/>
                        <a:pt x="222" y="2356"/>
                      </a:cubicBezTo>
                      <a:cubicBezTo>
                        <a:pt x="78" y="2599"/>
                        <a:pt x="1" y="2886"/>
                        <a:pt x="23" y="3174"/>
                      </a:cubicBezTo>
                      <a:cubicBezTo>
                        <a:pt x="89" y="3919"/>
                        <a:pt x="708" y="4490"/>
                        <a:pt x="1450" y="4490"/>
                      </a:cubicBezTo>
                      <a:cubicBezTo>
                        <a:pt x="1457" y="4490"/>
                        <a:pt x="1464" y="4490"/>
                        <a:pt x="1471" y="4490"/>
                      </a:cubicBezTo>
                      <a:lnTo>
                        <a:pt x="22978" y="4490"/>
                      </a:lnTo>
                      <a:cubicBezTo>
                        <a:pt x="23354" y="4490"/>
                        <a:pt x="23664" y="4180"/>
                        <a:pt x="23664" y="3804"/>
                      </a:cubicBezTo>
                      <a:lnTo>
                        <a:pt x="23664" y="476"/>
                      </a:lnTo>
                      <a:cubicBezTo>
                        <a:pt x="23664" y="299"/>
                        <a:pt x="23598" y="133"/>
                        <a:pt x="23487" y="0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" name="Google Shape;425;p4"/>
                <p:cNvSpPr/>
                <p:nvPr/>
              </p:nvSpPr>
              <p:spPr>
                <a:xfrm>
                  <a:off x="613028" y="2230089"/>
                  <a:ext cx="865639" cy="278977"/>
                </a:xfrm>
                <a:custGeom>
                  <a:rect b="b" l="l" r="r" t="t"/>
                  <a:pathLst>
                    <a:path extrusionOk="0" h="1895" w="5880">
                      <a:moveTo>
                        <a:pt x="5527" y="1"/>
                      </a:moveTo>
                      <a:cubicBezTo>
                        <a:pt x="5514" y="1"/>
                        <a:pt x="5500" y="2"/>
                        <a:pt x="5485" y="4"/>
                      </a:cubicBezTo>
                      <a:lnTo>
                        <a:pt x="5407" y="4"/>
                      </a:lnTo>
                      <a:cubicBezTo>
                        <a:pt x="5651" y="59"/>
                        <a:pt x="5684" y="391"/>
                        <a:pt x="5452" y="490"/>
                      </a:cubicBezTo>
                      <a:lnTo>
                        <a:pt x="4014" y="1098"/>
                      </a:lnTo>
                      <a:cubicBezTo>
                        <a:pt x="2743" y="1629"/>
                        <a:pt x="1371" y="1895"/>
                        <a:pt x="0" y="1895"/>
                      </a:cubicBezTo>
                      <a:lnTo>
                        <a:pt x="144" y="1895"/>
                      </a:lnTo>
                      <a:cubicBezTo>
                        <a:pt x="1515" y="1895"/>
                        <a:pt x="2875" y="1629"/>
                        <a:pt x="4147" y="1098"/>
                      </a:cubicBezTo>
                      <a:lnTo>
                        <a:pt x="5595" y="501"/>
                      </a:lnTo>
                      <a:cubicBezTo>
                        <a:pt x="5880" y="407"/>
                        <a:pt x="5803" y="1"/>
                        <a:pt x="55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6" name="Google Shape;426;p4"/>
                <p:cNvSpPr/>
                <p:nvPr/>
              </p:nvSpPr>
              <p:spPr>
                <a:xfrm>
                  <a:off x="352600" y="2232150"/>
                  <a:ext cx="1097212" cy="278536"/>
                </a:xfrm>
                <a:custGeom>
                  <a:rect b="b" l="l" r="r" t="t"/>
                  <a:pathLst>
                    <a:path extrusionOk="0" h="1892" w="7453">
                      <a:moveTo>
                        <a:pt x="7176" y="1"/>
                      </a:moveTo>
                      <a:cubicBezTo>
                        <a:pt x="6159" y="78"/>
                        <a:pt x="5142" y="122"/>
                        <a:pt x="4113" y="133"/>
                      </a:cubicBezTo>
                      <a:lnTo>
                        <a:pt x="4102" y="133"/>
                      </a:lnTo>
                      <a:cubicBezTo>
                        <a:pt x="3959" y="189"/>
                        <a:pt x="3837" y="233"/>
                        <a:pt x="3704" y="288"/>
                      </a:cubicBezTo>
                      <a:lnTo>
                        <a:pt x="531" y="1516"/>
                      </a:lnTo>
                      <a:cubicBezTo>
                        <a:pt x="332" y="1604"/>
                        <a:pt x="144" y="1726"/>
                        <a:pt x="0" y="1892"/>
                      </a:cubicBezTo>
                      <a:lnTo>
                        <a:pt x="1769" y="1892"/>
                      </a:lnTo>
                      <a:cubicBezTo>
                        <a:pt x="3140" y="1892"/>
                        <a:pt x="4512" y="1615"/>
                        <a:pt x="5783" y="1095"/>
                      </a:cubicBezTo>
                      <a:lnTo>
                        <a:pt x="7221" y="487"/>
                      </a:lnTo>
                      <a:cubicBezTo>
                        <a:pt x="7453" y="388"/>
                        <a:pt x="7420" y="56"/>
                        <a:pt x="717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" name="Google Shape;427;p4"/>
                <p:cNvSpPr/>
                <p:nvPr/>
              </p:nvSpPr>
              <p:spPr>
                <a:xfrm>
                  <a:off x="3770991" y="2258208"/>
                  <a:ext cx="280155" cy="506428"/>
                </a:xfrm>
                <a:custGeom>
                  <a:rect b="b" l="l" r="r" t="t"/>
                  <a:pathLst>
                    <a:path extrusionOk="0" h="3440" w="1903">
                      <a:moveTo>
                        <a:pt x="1" y="1"/>
                      </a:moveTo>
                      <a:lnTo>
                        <a:pt x="1" y="3440"/>
                      </a:lnTo>
                      <a:lnTo>
                        <a:pt x="1671" y="3440"/>
                      </a:lnTo>
                      <a:cubicBezTo>
                        <a:pt x="1803" y="3440"/>
                        <a:pt x="1903" y="3329"/>
                        <a:pt x="1903" y="3196"/>
                      </a:cubicBezTo>
                      <a:lnTo>
                        <a:pt x="1903" y="233"/>
                      </a:lnTo>
                      <a:cubicBezTo>
                        <a:pt x="1903" y="100"/>
                        <a:pt x="1803" y="1"/>
                        <a:pt x="167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" name="Google Shape;428;p4"/>
                <p:cNvSpPr/>
                <p:nvPr/>
              </p:nvSpPr>
              <p:spPr>
                <a:xfrm>
                  <a:off x="3770991" y="2258208"/>
                  <a:ext cx="34449" cy="506428"/>
                </a:xfrm>
                <a:custGeom>
                  <a:rect b="b" l="l" r="r" t="t"/>
                  <a:pathLst>
                    <a:path extrusionOk="0" h="3440" w="234">
                      <a:moveTo>
                        <a:pt x="1" y="1"/>
                      </a:moveTo>
                      <a:lnTo>
                        <a:pt x="1" y="3440"/>
                      </a:lnTo>
                      <a:cubicBezTo>
                        <a:pt x="134" y="3440"/>
                        <a:pt x="233" y="3329"/>
                        <a:pt x="233" y="3196"/>
                      </a:cubicBezTo>
                      <a:lnTo>
                        <a:pt x="233" y="233"/>
                      </a:lnTo>
                      <a:cubicBezTo>
                        <a:pt x="233" y="100"/>
                        <a:pt x="134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" name="Google Shape;429;p4"/>
                <p:cNvSpPr/>
                <p:nvPr/>
              </p:nvSpPr>
              <p:spPr>
                <a:xfrm>
                  <a:off x="3041823" y="2316800"/>
                  <a:ext cx="675728" cy="273677"/>
                </a:xfrm>
                <a:custGeom>
                  <a:rect b="b" l="l" r="r" t="t"/>
                  <a:pathLst>
                    <a:path extrusionOk="0" h="1859" w="4590">
                      <a:moveTo>
                        <a:pt x="0" y="1"/>
                      </a:moveTo>
                      <a:lnTo>
                        <a:pt x="0" y="1858"/>
                      </a:lnTo>
                      <a:lnTo>
                        <a:pt x="4589" y="1858"/>
                      </a:lnTo>
                      <a:lnTo>
                        <a:pt x="4589" y="1"/>
                      </a:lnTo>
                      <a:close/>
                    </a:path>
                  </a:pathLst>
                </a:custGeom>
                <a:solidFill>
                  <a:srgbClr val="E8450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" name="Google Shape;430;p4"/>
                <p:cNvSpPr/>
                <p:nvPr/>
              </p:nvSpPr>
              <p:spPr>
                <a:xfrm>
                  <a:off x="1659744" y="2316800"/>
                  <a:ext cx="2059426" cy="273677"/>
                </a:xfrm>
                <a:custGeom>
                  <a:rect b="b" l="l" r="r" t="t"/>
                  <a:pathLst>
                    <a:path extrusionOk="0" h="1859" w="13989">
                      <a:moveTo>
                        <a:pt x="0" y="1"/>
                      </a:moveTo>
                      <a:lnTo>
                        <a:pt x="0" y="1858"/>
                      </a:lnTo>
                      <a:lnTo>
                        <a:pt x="13988" y="1858"/>
                      </a:lnTo>
                      <a:lnTo>
                        <a:pt x="13988" y="1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" name="Google Shape;431;p4"/>
                <p:cNvSpPr/>
                <p:nvPr/>
              </p:nvSpPr>
              <p:spPr>
                <a:xfrm>
                  <a:off x="782328" y="2316800"/>
                  <a:ext cx="825449" cy="273677"/>
                </a:xfrm>
                <a:custGeom>
                  <a:rect b="b" l="l" r="r" t="t"/>
                  <a:pathLst>
                    <a:path extrusionOk="0" h="1859" w="5607">
                      <a:moveTo>
                        <a:pt x="5286" y="1"/>
                      </a:moveTo>
                      <a:cubicBezTo>
                        <a:pt x="4965" y="1"/>
                        <a:pt x="4656" y="78"/>
                        <a:pt x="4379" y="222"/>
                      </a:cubicBezTo>
                      <a:cubicBezTo>
                        <a:pt x="4058" y="388"/>
                        <a:pt x="3594" y="609"/>
                        <a:pt x="3141" y="808"/>
                      </a:cubicBezTo>
                      <a:cubicBezTo>
                        <a:pt x="2245" y="1206"/>
                        <a:pt x="807" y="1527"/>
                        <a:pt x="100" y="1637"/>
                      </a:cubicBezTo>
                      <a:cubicBezTo>
                        <a:pt x="44" y="1648"/>
                        <a:pt x="0" y="1693"/>
                        <a:pt x="0" y="1748"/>
                      </a:cubicBezTo>
                      <a:cubicBezTo>
                        <a:pt x="0" y="1803"/>
                        <a:pt x="56" y="1858"/>
                        <a:pt x="111" y="1858"/>
                      </a:cubicBezTo>
                      <a:lnTo>
                        <a:pt x="5606" y="1858"/>
                      </a:lnTo>
                      <a:lnTo>
                        <a:pt x="5606" y="1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" name="Google Shape;432;p4"/>
                <p:cNvSpPr/>
                <p:nvPr/>
              </p:nvSpPr>
              <p:spPr>
                <a:xfrm>
                  <a:off x="782328" y="2316800"/>
                  <a:ext cx="815732" cy="262342"/>
                </a:xfrm>
                <a:custGeom>
                  <a:rect b="b" l="l" r="r" t="t"/>
                  <a:pathLst>
                    <a:path extrusionOk="0" h="1782" w="5541">
                      <a:moveTo>
                        <a:pt x="5286" y="1"/>
                      </a:moveTo>
                      <a:cubicBezTo>
                        <a:pt x="4965" y="1"/>
                        <a:pt x="4656" y="78"/>
                        <a:pt x="4379" y="222"/>
                      </a:cubicBezTo>
                      <a:cubicBezTo>
                        <a:pt x="4058" y="388"/>
                        <a:pt x="3594" y="609"/>
                        <a:pt x="3141" y="808"/>
                      </a:cubicBezTo>
                      <a:cubicBezTo>
                        <a:pt x="2245" y="1206"/>
                        <a:pt x="807" y="1527"/>
                        <a:pt x="100" y="1637"/>
                      </a:cubicBezTo>
                      <a:cubicBezTo>
                        <a:pt x="44" y="1648"/>
                        <a:pt x="0" y="1693"/>
                        <a:pt x="0" y="1748"/>
                      </a:cubicBezTo>
                      <a:cubicBezTo>
                        <a:pt x="0" y="1759"/>
                        <a:pt x="0" y="1770"/>
                        <a:pt x="0" y="1781"/>
                      </a:cubicBezTo>
                      <a:cubicBezTo>
                        <a:pt x="22" y="1748"/>
                        <a:pt x="44" y="1715"/>
                        <a:pt x="89" y="1715"/>
                      </a:cubicBezTo>
                      <a:cubicBezTo>
                        <a:pt x="807" y="1593"/>
                        <a:pt x="2245" y="1283"/>
                        <a:pt x="3130" y="885"/>
                      </a:cubicBezTo>
                      <a:cubicBezTo>
                        <a:pt x="3583" y="686"/>
                        <a:pt x="4047" y="454"/>
                        <a:pt x="4379" y="288"/>
                      </a:cubicBezTo>
                      <a:cubicBezTo>
                        <a:pt x="4656" y="145"/>
                        <a:pt x="4965" y="67"/>
                        <a:pt x="5286" y="67"/>
                      </a:cubicBezTo>
                      <a:lnTo>
                        <a:pt x="5540" y="67"/>
                      </a:lnTo>
                      <a:lnTo>
                        <a:pt x="5540" y="1"/>
                      </a:lnTo>
                      <a:close/>
                    </a:path>
                  </a:pathLst>
                </a:custGeom>
                <a:solidFill>
                  <a:srgbClr val="A4A4A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" name="Google Shape;433;p4"/>
                <p:cNvSpPr/>
                <p:nvPr/>
              </p:nvSpPr>
              <p:spPr>
                <a:xfrm>
                  <a:off x="1649881" y="2316800"/>
                  <a:ext cx="10011" cy="273677"/>
                </a:xfrm>
                <a:custGeom>
                  <a:rect b="b" l="l" r="r" t="t"/>
                  <a:pathLst>
                    <a:path extrusionOk="0" h="1859" w="68">
                      <a:moveTo>
                        <a:pt x="1" y="1"/>
                      </a:moveTo>
                      <a:lnTo>
                        <a:pt x="1" y="1858"/>
                      </a:lnTo>
                      <a:lnTo>
                        <a:pt x="67" y="1858"/>
                      </a:lnTo>
                      <a:lnTo>
                        <a:pt x="67" y="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4" name="Google Shape;434;p4"/>
                <p:cNvSpPr/>
                <p:nvPr/>
              </p:nvSpPr>
              <p:spPr>
                <a:xfrm>
                  <a:off x="1597913" y="2316800"/>
                  <a:ext cx="9864" cy="273677"/>
                </a:xfrm>
                <a:custGeom>
                  <a:rect b="b" l="l" r="r" t="t"/>
                  <a:pathLst>
                    <a:path extrusionOk="0" h="1859" w="67">
                      <a:moveTo>
                        <a:pt x="0" y="1"/>
                      </a:moveTo>
                      <a:lnTo>
                        <a:pt x="0" y="1858"/>
                      </a:lnTo>
                      <a:lnTo>
                        <a:pt x="66" y="1858"/>
                      </a:lnTo>
                      <a:lnTo>
                        <a:pt x="66" y="1"/>
                      </a:lnTo>
                      <a:close/>
                    </a:path>
                  </a:pathLst>
                </a:custGeom>
                <a:solidFill>
                  <a:srgbClr val="A4A4A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5" name="Google Shape;435;p4"/>
                <p:cNvSpPr/>
                <p:nvPr/>
              </p:nvSpPr>
              <p:spPr>
                <a:xfrm>
                  <a:off x="3707541" y="2316800"/>
                  <a:ext cx="11630" cy="273677"/>
                </a:xfrm>
                <a:custGeom>
                  <a:rect b="b" l="l" r="r" t="t"/>
                  <a:pathLst>
                    <a:path extrusionOk="0" h="1859" w="79">
                      <a:moveTo>
                        <a:pt x="1" y="1"/>
                      </a:moveTo>
                      <a:lnTo>
                        <a:pt x="1" y="1858"/>
                      </a:lnTo>
                      <a:lnTo>
                        <a:pt x="78" y="1858"/>
                      </a:lnTo>
                      <a:lnTo>
                        <a:pt x="78" y="1"/>
                      </a:lnTo>
                      <a:close/>
                    </a:path>
                  </a:pathLst>
                </a:custGeom>
                <a:solidFill>
                  <a:srgbClr val="A4A4A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" name="Google Shape;436;p4"/>
                <p:cNvSpPr/>
                <p:nvPr/>
              </p:nvSpPr>
              <p:spPr>
                <a:xfrm>
                  <a:off x="1659744" y="2316800"/>
                  <a:ext cx="2047943" cy="10011"/>
                </a:xfrm>
                <a:custGeom>
                  <a:rect b="b" l="l" r="r" t="t"/>
                  <a:pathLst>
                    <a:path extrusionOk="0" h="68" w="13911">
                      <a:moveTo>
                        <a:pt x="0" y="1"/>
                      </a:moveTo>
                      <a:lnTo>
                        <a:pt x="0" y="67"/>
                      </a:lnTo>
                      <a:lnTo>
                        <a:pt x="13911" y="67"/>
                      </a:lnTo>
                      <a:lnTo>
                        <a:pt x="13911" y="1"/>
                      </a:lnTo>
                      <a:close/>
                    </a:path>
                  </a:pathLst>
                </a:custGeom>
                <a:solidFill>
                  <a:srgbClr val="A4A4A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4"/>
                <p:cNvSpPr/>
                <p:nvPr/>
              </p:nvSpPr>
              <p:spPr>
                <a:xfrm>
                  <a:off x="3186685" y="2364057"/>
                  <a:ext cx="17961" cy="177544"/>
                </a:xfrm>
                <a:custGeom>
                  <a:rect b="b" l="l" r="r" t="t"/>
                  <a:pathLst>
                    <a:path extrusionOk="0" h="1206" w="122">
                      <a:moveTo>
                        <a:pt x="89" y="0"/>
                      </a:moveTo>
                      <a:cubicBezTo>
                        <a:pt x="45" y="0"/>
                        <a:pt x="0" y="34"/>
                        <a:pt x="0" y="89"/>
                      </a:cubicBezTo>
                      <a:lnTo>
                        <a:pt x="0" y="1128"/>
                      </a:lnTo>
                      <a:cubicBezTo>
                        <a:pt x="0" y="1173"/>
                        <a:pt x="45" y="1206"/>
                        <a:pt x="89" y="1206"/>
                      </a:cubicBezTo>
                      <a:lnTo>
                        <a:pt x="122" y="1206"/>
                      </a:lnTo>
                      <a:cubicBezTo>
                        <a:pt x="78" y="1206"/>
                        <a:pt x="45" y="1173"/>
                        <a:pt x="45" y="1128"/>
                      </a:cubicBezTo>
                      <a:lnTo>
                        <a:pt x="45" y="89"/>
                      </a:lnTo>
                      <a:cubicBezTo>
                        <a:pt x="45" y="34"/>
                        <a:pt x="78" y="0"/>
                        <a:pt x="122" y="0"/>
                      </a:cubicBezTo>
                      <a:close/>
                    </a:path>
                  </a:pathLst>
                </a:custGeom>
                <a:solidFill>
                  <a:srgbClr val="8282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8" name="Google Shape;438;p4"/>
                <p:cNvSpPr/>
                <p:nvPr/>
              </p:nvSpPr>
              <p:spPr>
                <a:xfrm>
                  <a:off x="3339644" y="2365382"/>
                  <a:ext cx="18108" cy="177839"/>
                </a:xfrm>
                <a:custGeom>
                  <a:rect b="b" l="l" r="r" t="t"/>
                  <a:pathLst>
                    <a:path extrusionOk="0" h="1208" w="123">
                      <a:moveTo>
                        <a:pt x="48" y="1"/>
                      </a:moveTo>
                      <a:cubicBezTo>
                        <a:pt x="43" y="1"/>
                        <a:pt x="39" y="1"/>
                        <a:pt x="34" y="3"/>
                      </a:cubicBezTo>
                      <a:lnTo>
                        <a:pt x="1" y="3"/>
                      </a:lnTo>
                      <a:cubicBezTo>
                        <a:pt x="45" y="3"/>
                        <a:pt x="78" y="36"/>
                        <a:pt x="78" y="80"/>
                      </a:cubicBezTo>
                      <a:lnTo>
                        <a:pt x="78" y="1119"/>
                      </a:lnTo>
                      <a:cubicBezTo>
                        <a:pt x="78" y="1164"/>
                        <a:pt x="45" y="1208"/>
                        <a:pt x="1" y="1208"/>
                      </a:cubicBezTo>
                      <a:lnTo>
                        <a:pt x="34" y="1208"/>
                      </a:lnTo>
                      <a:cubicBezTo>
                        <a:pt x="78" y="1208"/>
                        <a:pt x="122" y="1164"/>
                        <a:pt x="122" y="1119"/>
                      </a:cubicBezTo>
                      <a:lnTo>
                        <a:pt x="122" y="80"/>
                      </a:lnTo>
                      <a:cubicBezTo>
                        <a:pt x="122" y="40"/>
                        <a:pt x="87" y="1"/>
                        <a:pt x="48" y="1"/>
                      </a:cubicBezTo>
                      <a:close/>
                    </a:path>
                  </a:pathLst>
                </a:custGeom>
                <a:solidFill>
                  <a:srgbClr val="4A4A4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9" name="Google Shape;439;p4"/>
                <p:cNvSpPr/>
                <p:nvPr/>
              </p:nvSpPr>
              <p:spPr>
                <a:xfrm>
                  <a:off x="3191543" y="2364057"/>
                  <a:ext cx="159731" cy="177544"/>
                </a:xfrm>
                <a:custGeom>
                  <a:rect b="b" l="l" r="r" t="t"/>
                  <a:pathLst>
                    <a:path extrusionOk="0" h="1206" w="1085">
                      <a:moveTo>
                        <a:pt x="89" y="0"/>
                      </a:moveTo>
                      <a:cubicBezTo>
                        <a:pt x="45" y="0"/>
                        <a:pt x="0" y="34"/>
                        <a:pt x="0" y="89"/>
                      </a:cubicBezTo>
                      <a:lnTo>
                        <a:pt x="0" y="1128"/>
                      </a:lnTo>
                      <a:cubicBezTo>
                        <a:pt x="0" y="1173"/>
                        <a:pt x="45" y="1206"/>
                        <a:pt x="89" y="1206"/>
                      </a:cubicBezTo>
                      <a:lnTo>
                        <a:pt x="1007" y="1206"/>
                      </a:lnTo>
                      <a:cubicBezTo>
                        <a:pt x="1051" y="1206"/>
                        <a:pt x="1084" y="1173"/>
                        <a:pt x="1084" y="1128"/>
                      </a:cubicBezTo>
                      <a:lnTo>
                        <a:pt x="1084" y="89"/>
                      </a:lnTo>
                      <a:cubicBezTo>
                        <a:pt x="1084" y="34"/>
                        <a:pt x="1051" y="0"/>
                        <a:pt x="100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0" name="Google Shape;440;p4"/>
                <p:cNvSpPr/>
                <p:nvPr/>
              </p:nvSpPr>
              <p:spPr>
                <a:xfrm>
                  <a:off x="2947309" y="2364057"/>
                  <a:ext cx="18108" cy="177544"/>
                </a:xfrm>
                <a:custGeom>
                  <a:rect b="b" l="l" r="r" t="t"/>
                  <a:pathLst>
                    <a:path extrusionOk="0" h="1206" w="123">
                      <a:moveTo>
                        <a:pt x="89" y="0"/>
                      </a:moveTo>
                      <a:cubicBezTo>
                        <a:pt x="45" y="0"/>
                        <a:pt x="1" y="34"/>
                        <a:pt x="1" y="89"/>
                      </a:cubicBezTo>
                      <a:lnTo>
                        <a:pt x="1" y="1128"/>
                      </a:lnTo>
                      <a:cubicBezTo>
                        <a:pt x="1" y="1173"/>
                        <a:pt x="45" y="1206"/>
                        <a:pt x="89" y="1206"/>
                      </a:cubicBezTo>
                      <a:lnTo>
                        <a:pt x="122" y="1206"/>
                      </a:lnTo>
                      <a:cubicBezTo>
                        <a:pt x="78" y="1206"/>
                        <a:pt x="45" y="1173"/>
                        <a:pt x="45" y="1128"/>
                      </a:cubicBezTo>
                      <a:lnTo>
                        <a:pt x="45" y="89"/>
                      </a:lnTo>
                      <a:cubicBezTo>
                        <a:pt x="34" y="34"/>
                        <a:pt x="78" y="0"/>
                        <a:pt x="122" y="0"/>
                      </a:cubicBezTo>
                      <a:close/>
                    </a:path>
                  </a:pathLst>
                </a:custGeom>
                <a:solidFill>
                  <a:srgbClr val="8282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1" name="Google Shape;441;p4"/>
                <p:cNvSpPr/>
                <p:nvPr/>
              </p:nvSpPr>
              <p:spPr>
                <a:xfrm>
                  <a:off x="3098796" y="2365382"/>
                  <a:ext cx="17961" cy="177839"/>
                </a:xfrm>
                <a:custGeom>
                  <a:rect b="b" l="l" r="r" t="t"/>
                  <a:pathLst>
                    <a:path extrusionOk="0" h="1208" w="122">
                      <a:moveTo>
                        <a:pt x="58" y="1"/>
                      </a:moveTo>
                      <a:cubicBezTo>
                        <a:pt x="54" y="1"/>
                        <a:pt x="49" y="1"/>
                        <a:pt x="44" y="3"/>
                      </a:cubicBezTo>
                      <a:lnTo>
                        <a:pt x="0" y="3"/>
                      </a:lnTo>
                      <a:cubicBezTo>
                        <a:pt x="44" y="3"/>
                        <a:pt x="89" y="36"/>
                        <a:pt x="89" y="80"/>
                      </a:cubicBezTo>
                      <a:lnTo>
                        <a:pt x="89" y="1119"/>
                      </a:lnTo>
                      <a:cubicBezTo>
                        <a:pt x="89" y="1164"/>
                        <a:pt x="44" y="1208"/>
                        <a:pt x="0" y="1208"/>
                      </a:cubicBezTo>
                      <a:lnTo>
                        <a:pt x="44" y="1208"/>
                      </a:lnTo>
                      <a:cubicBezTo>
                        <a:pt x="89" y="1208"/>
                        <a:pt x="122" y="1164"/>
                        <a:pt x="122" y="1119"/>
                      </a:cubicBezTo>
                      <a:lnTo>
                        <a:pt x="122" y="80"/>
                      </a:lnTo>
                      <a:cubicBezTo>
                        <a:pt x="122" y="40"/>
                        <a:pt x="95" y="1"/>
                        <a:pt x="58" y="1"/>
                      </a:cubicBezTo>
                      <a:close/>
                    </a:path>
                  </a:pathLst>
                </a:custGeom>
                <a:solidFill>
                  <a:srgbClr val="4A4A4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2" name="Google Shape;442;p4"/>
                <p:cNvSpPr/>
                <p:nvPr/>
              </p:nvSpPr>
              <p:spPr>
                <a:xfrm>
                  <a:off x="2952315" y="2364057"/>
                  <a:ext cx="159584" cy="177544"/>
                </a:xfrm>
                <a:custGeom>
                  <a:rect b="b" l="l" r="r" t="t"/>
                  <a:pathLst>
                    <a:path extrusionOk="0" h="1206" w="1084">
                      <a:moveTo>
                        <a:pt x="88" y="0"/>
                      </a:moveTo>
                      <a:cubicBezTo>
                        <a:pt x="33" y="0"/>
                        <a:pt x="0" y="34"/>
                        <a:pt x="0" y="89"/>
                      </a:cubicBezTo>
                      <a:lnTo>
                        <a:pt x="0" y="1128"/>
                      </a:lnTo>
                      <a:cubicBezTo>
                        <a:pt x="0" y="1173"/>
                        <a:pt x="33" y="1206"/>
                        <a:pt x="88" y="1206"/>
                      </a:cubicBezTo>
                      <a:lnTo>
                        <a:pt x="995" y="1206"/>
                      </a:lnTo>
                      <a:cubicBezTo>
                        <a:pt x="1039" y="1206"/>
                        <a:pt x="1084" y="1173"/>
                        <a:pt x="1084" y="1128"/>
                      </a:cubicBezTo>
                      <a:lnTo>
                        <a:pt x="1084" y="89"/>
                      </a:lnTo>
                      <a:cubicBezTo>
                        <a:pt x="1084" y="34"/>
                        <a:pt x="1039" y="0"/>
                        <a:pt x="99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" name="Google Shape;443;p4"/>
                <p:cNvSpPr/>
                <p:nvPr/>
              </p:nvSpPr>
              <p:spPr>
                <a:xfrm>
                  <a:off x="2708081" y="2364057"/>
                  <a:ext cx="16341" cy="177544"/>
                </a:xfrm>
                <a:custGeom>
                  <a:rect b="b" l="l" r="r" t="t"/>
                  <a:pathLst>
                    <a:path extrusionOk="0" h="1206" w="111">
                      <a:moveTo>
                        <a:pt x="78" y="0"/>
                      </a:moveTo>
                      <a:cubicBezTo>
                        <a:pt x="34" y="0"/>
                        <a:pt x="0" y="34"/>
                        <a:pt x="0" y="89"/>
                      </a:cubicBezTo>
                      <a:lnTo>
                        <a:pt x="0" y="1128"/>
                      </a:lnTo>
                      <a:cubicBezTo>
                        <a:pt x="0" y="1173"/>
                        <a:pt x="34" y="1206"/>
                        <a:pt x="78" y="1206"/>
                      </a:cubicBezTo>
                      <a:lnTo>
                        <a:pt x="111" y="1206"/>
                      </a:lnTo>
                      <a:cubicBezTo>
                        <a:pt x="67" y="1206"/>
                        <a:pt x="34" y="1173"/>
                        <a:pt x="34" y="1128"/>
                      </a:cubicBezTo>
                      <a:lnTo>
                        <a:pt x="34" y="89"/>
                      </a:lnTo>
                      <a:cubicBezTo>
                        <a:pt x="34" y="34"/>
                        <a:pt x="67" y="0"/>
                        <a:pt x="111" y="0"/>
                      </a:cubicBezTo>
                      <a:close/>
                    </a:path>
                  </a:pathLst>
                </a:custGeom>
                <a:solidFill>
                  <a:srgbClr val="8282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4"/>
                <p:cNvSpPr/>
                <p:nvPr/>
              </p:nvSpPr>
              <p:spPr>
                <a:xfrm>
                  <a:off x="2859420" y="2365677"/>
                  <a:ext cx="18108" cy="177544"/>
                </a:xfrm>
                <a:custGeom>
                  <a:rect b="b" l="l" r="r" t="t"/>
                  <a:pathLst>
                    <a:path extrusionOk="0" h="1206" w="123">
                      <a:moveTo>
                        <a:pt x="1" y="1"/>
                      </a:moveTo>
                      <a:cubicBezTo>
                        <a:pt x="45" y="1"/>
                        <a:pt x="78" y="34"/>
                        <a:pt x="78" y="78"/>
                      </a:cubicBezTo>
                      <a:lnTo>
                        <a:pt x="78" y="1117"/>
                      </a:lnTo>
                      <a:cubicBezTo>
                        <a:pt x="78" y="1162"/>
                        <a:pt x="45" y="1206"/>
                        <a:pt x="1" y="1206"/>
                      </a:cubicBezTo>
                      <a:lnTo>
                        <a:pt x="34" y="1206"/>
                      </a:lnTo>
                      <a:cubicBezTo>
                        <a:pt x="78" y="1206"/>
                        <a:pt x="111" y="1162"/>
                        <a:pt x="122" y="1117"/>
                      </a:cubicBezTo>
                      <a:lnTo>
                        <a:pt x="122" y="78"/>
                      </a:lnTo>
                      <a:cubicBezTo>
                        <a:pt x="111" y="34"/>
                        <a:pt x="78" y="1"/>
                        <a:pt x="34" y="1"/>
                      </a:cubicBezTo>
                      <a:close/>
                    </a:path>
                  </a:pathLst>
                </a:custGeom>
                <a:solidFill>
                  <a:srgbClr val="4A4A4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4"/>
                <p:cNvSpPr/>
                <p:nvPr/>
              </p:nvSpPr>
              <p:spPr>
                <a:xfrm>
                  <a:off x="2712939" y="2364057"/>
                  <a:ext cx="158112" cy="177544"/>
                </a:xfrm>
                <a:custGeom>
                  <a:rect b="b" l="l" r="r" t="t"/>
                  <a:pathLst>
                    <a:path extrusionOk="0" h="1206" w="1074">
                      <a:moveTo>
                        <a:pt x="78" y="0"/>
                      </a:moveTo>
                      <a:cubicBezTo>
                        <a:pt x="34" y="0"/>
                        <a:pt x="1" y="34"/>
                        <a:pt x="1" y="89"/>
                      </a:cubicBezTo>
                      <a:lnTo>
                        <a:pt x="1" y="1128"/>
                      </a:lnTo>
                      <a:cubicBezTo>
                        <a:pt x="1" y="1173"/>
                        <a:pt x="34" y="1206"/>
                        <a:pt x="78" y="1206"/>
                      </a:cubicBezTo>
                      <a:lnTo>
                        <a:pt x="996" y="1206"/>
                      </a:lnTo>
                      <a:cubicBezTo>
                        <a:pt x="1040" y="1206"/>
                        <a:pt x="1073" y="1173"/>
                        <a:pt x="1073" y="1128"/>
                      </a:cubicBezTo>
                      <a:lnTo>
                        <a:pt x="1073" y="89"/>
                      </a:lnTo>
                      <a:cubicBezTo>
                        <a:pt x="1073" y="34"/>
                        <a:pt x="1040" y="0"/>
                        <a:pt x="99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6" name="Google Shape;446;p4"/>
                <p:cNvSpPr/>
                <p:nvPr/>
              </p:nvSpPr>
              <p:spPr>
                <a:xfrm>
                  <a:off x="2467085" y="2365382"/>
                  <a:ext cx="18108" cy="177839"/>
                </a:xfrm>
                <a:custGeom>
                  <a:rect b="b" l="l" r="r" t="t"/>
                  <a:pathLst>
                    <a:path extrusionOk="0" h="1208" w="123">
                      <a:moveTo>
                        <a:pt x="106" y="0"/>
                      </a:moveTo>
                      <a:cubicBezTo>
                        <a:pt x="100" y="0"/>
                        <a:pt x="95" y="1"/>
                        <a:pt x="90" y="3"/>
                      </a:cubicBezTo>
                      <a:lnTo>
                        <a:pt x="122" y="3"/>
                      </a:lnTo>
                      <a:cubicBezTo>
                        <a:pt x="117" y="1"/>
                        <a:pt x="111" y="0"/>
                        <a:pt x="106" y="0"/>
                      </a:cubicBezTo>
                      <a:close/>
                      <a:moveTo>
                        <a:pt x="89" y="3"/>
                      </a:moveTo>
                      <a:cubicBezTo>
                        <a:pt x="45" y="3"/>
                        <a:pt x="1" y="36"/>
                        <a:pt x="1" y="80"/>
                      </a:cubicBezTo>
                      <a:lnTo>
                        <a:pt x="1" y="1119"/>
                      </a:lnTo>
                      <a:cubicBezTo>
                        <a:pt x="1" y="1164"/>
                        <a:pt x="45" y="1208"/>
                        <a:pt x="89" y="1208"/>
                      </a:cubicBezTo>
                      <a:lnTo>
                        <a:pt x="122" y="1208"/>
                      </a:lnTo>
                      <a:cubicBezTo>
                        <a:pt x="78" y="1208"/>
                        <a:pt x="34" y="1164"/>
                        <a:pt x="34" y="1119"/>
                      </a:cubicBezTo>
                      <a:lnTo>
                        <a:pt x="34" y="80"/>
                      </a:lnTo>
                      <a:cubicBezTo>
                        <a:pt x="42" y="39"/>
                        <a:pt x="62" y="10"/>
                        <a:pt x="90" y="3"/>
                      </a:cubicBezTo>
                      <a:close/>
                    </a:path>
                  </a:pathLst>
                </a:custGeom>
                <a:solidFill>
                  <a:srgbClr val="8282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7" name="Google Shape;447;p4"/>
                <p:cNvSpPr/>
                <p:nvPr/>
              </p:nvSpPr>
              <p:spPr>
                <a:xfrm>
                  <a:off x="2618572" y="2365382"/>
                  <a:ext cx="17961" cy="177839"/>
                </a:xfrm>
                <a:custGeom>
                  <a:rect b="b" l="l" r="r" t="t"/>
                  <a:pathLst>
                    <a:path extrusionOk="0" h="1208" w="122">
                      <a:moveTo>
                        <a:pt x="58" y="1"/>
                      </a:moveTo>
                      <a:cubicBezTo>
                        <a:pt x="54" y="1"/>
                        <a:pt x="49" y="1"/>
                        <a:pt x="44" y="3"/>
                      </a:cubicBezTo>
                      <a:lnTo>
                        <a:pt x="0" y="3"/>
                      </a:lnTo>
                      <a:cubicBezTo>
                        <a:pt x="44" y="3"/>
                        <a:pt x="89" y="36"/>
                        <a:pt x="89" y="80"/>
                      </a:cubicBezTo>
                      <a:lnTo>
                        <a:pt x="89" y="1119"/>
                      </a:lnTo>
                      <a:cubicBezTo>
                        <a:pt x="89" y="1164"/>
                        <a:pt x="44" y="1208"/>
                        <a:pt x="0" y="1208"/>
                      </a:cubicBezTo>
                      <a:lnTo>
                        <a:pt x="44" y="1208"/>
                      </a:lnTo>
                      <a:cubicBezTo>
                        <a:pt x="89" y="1208"/>
                        <a:pt x="122" y="1164"/>
                        <a:pt x="122" y="1119"/>
                      </a:cubicBezTo>
                      <a:lnTo>
                        <a:pt x="122" y="80"/>
                      </a:lnTo>
                      <a:cubicBezTo>
                        <a:pt x="122" y="40"/>
                        <a:pt x="95" y="1"/>
                        <a:pt x="58" y="1"/>
                      </a:cubicBezTo>
                      <a:close/>
                    </a:path>
                  </a:pathLst>
                </a:custGeom>
                <a:solidFill>
                  <a:srgbClr val="4A4A4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4"/>
                <p:cNvSpPr/>
                <p:nvPr/>
              </p:nvSpPr>
              <p:spPr>
                <a:xfrm>
                  <a:off x="2472091" y="2364057"/>
                  <a:ext cx="159584" cy="177544"/>
                </a:xfrm>
                <a:custGeom>
                  <a:rect b="b" l="l" r="r" t="t"/>
                  <a:pathLst>
                    <a:path extrusionOk="0" h="1206" w="1084">
                      <a:moveTo>
                        <a:pt x="88" y="0"/>
                      </a:moveTo>
                      <a:cubicBezTo>
                        <a:pt x="44" y="0"/>
                        <a:pt x="0" y="34"/>
                        <a:pt x="0" y="89"/>
                      </a:cubicBezTo>
                      <a:lnTo>
                        <a:pt x="0" y="1128"/>
                      </a:lnTo>
                      <a:cubicBezTo>
                        <a:pt x="0" y="1173"/>
                        <a:pt x="44" y="1206"/>
                        <a:pt x="88" y="1206"/>
                      </a:cubicBezTo>
                      <a:lnTo>
                        <a:pt x="995" y="1206"/>
                      </a:lnTo>
                      <a:cubicBezTo>
                        <a:pt x="1039" y="1206"/>
                        <a:pt x="1084" y="1173"/>
                        <a:pt x="1084" y="1128"/>
                      </a:cubicBezTo>
                      <a:lnTo>
                        <a:pt x="1084" y="89"/>
                      </a:lnTo>
                      <a:cubicBezTo>
                        <a:pt x="1084" y="34"/>
                        <a:pt x="1039" y="0"/>
                        <a:pt x="99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" name="Google Shape;449;p4"/>
                <p:cNvSpPr/>
                <p:nvPr/>
              </p:nvSpPr>
              <p:spPr>
                <a:xfrm>
                  <a:off x="2227857" y="2364057"/>
                  <a:ext cx="16341" cy="177544"/>
                </a:xfrm>
                <a:custGeom>
                  <a:rect b="b" l="l" r="r" t="t"/>
                  <a:pathLst>
                    <a:path extrusionOk="0" h="1206" w="111">
                      <a:moveTo>
                        <a:pt x="78" y="0"/>
                      </a:moveTo>
                      <a:cubicBezTo>
                        <a:pt x="34" y="0"/>
                        <a:pt x="0" y="34"/>
                        <a:pt x="0" y="89"/>
                      </a:cubicBezTo>
                      <a:lnTo>
                        <a:pt x="0" y="1128"/>
                      </a:lnTo>
                      <a:cubicBezTo>
                        <a:pt x="0" y="1173"/>
                        <a:pt x="34" y="1206"/>
                        <a:pt x="78" y="1206"/>
                      </a:cubicBezTo>
                      <a:lnTo>
                        <a:pt x="111" y="1206"/>
                      </a:lnTo>
                      <a:cubicBezTo>
                        <a:pt x="67" y="1206"/>
                        <a:pt x="34" y="1173"/>
                        <a:pt x="34" y="1128"/>
                      </a:cubicBezTo>
                      <a:lnTo>
                        <a:pt x="34" y="89"/>
                      </a:lnTo>
                      <a:cubicBezTo>
                        <a:pt x="34" y="34"/>
                        <a:pt x="67" y="0"/>
                        <a:pt x="111" y="0"/>
                      </a:cubicBezTo>
                      <a:close/>
                    </a:path>
                  </a:pathLst>
                </a:custGeom>
                <a:solidFill>
                  <a:srgbClr val="8282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" name="Google Shape;450;p4"/>
                <p:cNvSpPr/>
                <p:nvPr/>
              </p:nvSpPr>
              <p:spPr>
                <a:xfrm>
                  <a:off x="2379197" y="2365382"/>
                  <a:ext cx="18108" cy="177839"/>
                </a:xfrm>
                <a:custGeom>
                  <a:rect b="b" l="l" r="r" t="t"/>
                  <a:pathLst>
                    <a:path extrusionOk="0" h="1208" w="123">
                      <a:moveTo>
                        <a:pt x="48" y="1"/>
                      </a:moveTo>
                      <a:cubicBezTo>
                        <a:pt x="43" y="1"/>
                        <a:pt x="39" y="1"/>
                        <a:pt x="34" y="3"/>
                      </a:cubicBezTo>
                      <a:lnTo>
                        <a:pt x="1" y="3"/>
                      </a:lnTo>
                      <a:cubicBezTo>
                        <a:pt x="45" y="3"/>
                        <a:pt x="78" y="36"/>
                        <a:pt x="78" y="80"/>
                      </a:cubicBezTo>
                      <a:lnTo>
                        <a:pt x="78" y="1119"/>
                      </a:lnTo>
                      <a:cubicBezTo>
                        <a:pt x="78" y="1164"/>
                        <a:pt x="45" y="1208"/>
                        <a:pt x="1" y="1208"/>
                      </a:cubicBezTo>
                      <a:lnTo>
                        <a:pt x="34" y="1208"/>
                      </a:lnTo>
                      <a:cubicBezTo>
                        <a:pt x="78" y="1208"/>
                        <a:pt x="122" y="1164"/>
                        <a:pt x="122" y="1119"/>
                      </a:cubicBezTo>
                      <a:lnTo>
                        <a:pt x="122" y="80"/>
                      </a:lnTo>
                      <a:cubicBezTo>
                        <a:pt x="122" y="40"/>
                        <a:pt x="87" y="1"/>
                        <a:pt x="48" y="1"/>
                      </a:cubicBezTo>
                      <a:close/>
                    </a:path>
                  </a:pathLst>
                </a:custGeom>
                <a:solidFill>
                  <a:srgbClr val="4A4A4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" name="Google Shape;451;p4"/>
                <p:cNvSpPr/>
                <p:nvPr/>
              </p:nvSpPr>
              <p:spPr>
                <a:xfrm>
                  <a:off x="2232715" y="2364057"/>
                  <a:ext cx="158112" cy="177544"/>
                </a:xfrm>
                <a:custGeom>
                  <a:rect b="b" l="l" r="r" t="t"/>
                  <a:pathLst>
                    <a:path extrusionOk="0" h="1206" w="1074">
                      <a:moveTo>
                        <a:pt x="78" y="0"/>
                      </a:moveTo>
                      <a:cubicBezTo>
                        <a:pt x="34" y="0"/>
                        <a:pt x="1" y="34"/>
                        <a:pt x="1" y="89"/>
                      </a:cubicBezTo>
                      <a:lnTo>
                        <a:pt x="1" y="1128"/>
                      </a:lnTo>
                      <a:cubicBezTo>
                        <a:pt x="1" y="1173"/>
                        <a:pt x="34" y="1206"/>
                        <a:pt x="78" y="1206"/>
                      </a:cubicBezTo>
                      <a:lnTo>
                        <a:pt x="996" y="1206"/>
                      </a:lnTo>
                      <a:cubicBezTo>
                        <a:pt x="1040" y="1206"/>
                        <a:pt x="1073" y="1173"/>
                        <a:pt x="1073" y="1128"/>
                      </a:cubicBezTo>
                      <a:lnTo>
                        <a:pt x="1073" y="89"/>
                      </a:lnTo>
                      <a:cubicBezTo>
                        <a:pt x="1073" y="34"/>
                        <a:pt x="1040" y="0"/>
                        <a:pt x="99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" name="Google Shape;452;p4"/>
                <p:cNvSpPr/>
                <p:nvPr/>
              </p:nvSpPr>
              <p:spPr>
                <a:xfrm>
                  <a:off x="1986862" y="2364057"/>
                  <a:ext cx="18108" cy="177544"/>
                </a:xfrm>
                <a:custGeom>
                  <a:rect b="b" l="l" r="r" t="t"/>
                  <a:pathLst>
                    <a:path extrusionOk="0" h="1206" w="123">
                      <a:moveTo>
                        <a:pt x="89" y="0"/>
                      </a:moveTo>
                      <a:cubicBezTo>
                        <a:pt x="45" y="0"/>
                        <a:pt x="1" y="34"/>
                        <a:pt x="1" y="89"/>
                      </a:cubicBezTo>
                      <a:lnTo>
                        <a:pt x="1" y="1128"/>
                      </a:lnTo>
                      <a:cubicBezTo>
                        <a:pt x="1" y="1173"/>
                        <a:pt x="45" y="1206"/>
                        <a:pt x="89" y="1206"/>
                      </a:cubicBezTo>
                      <a:lnTo>
                        <a:pt x="123" y="1206"/>
                      </a:lnTo>
                      <a:cubicBezTo>
                        <a:pt x="78" y="1206"/>
                        <a:pt x="45" y="1173"/>
                        <a:pt x="45" y="1128"/>
                      </a:cubicBezTo>
                      <a:lnTo>
                        <a:pt x="45" y="89"/>
                      </a:lnTo>
                      <a:cubicBezTo>
                        <a:pt x="34" y="34"/>
                        <a:pt x="78" y="0"/>
                        <a:pt x="123" y="0"/>
                      </a:cubicBezTo>
                      <a:close/>
                    </a:path>
                  </a:pathLst>
                </a:custGeom>
                <a:solidFill>
                  <a:srgbClr val="8282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" name="Google Shape;453;p4"/>
                <p:cNvSpPr/>
                <p:nvPr/>
              </p:nvSpPr>
              <p:spPr>
                <a:xfrm>
                  <a:off x="2139968" y="2365677"/>
                  <a:ext cx="16341" cy="177544"/>
                </a:xfrm>
                <a:custGeom>
                  <a:rect b="b" l="l" r="r" t="t"/>
                  <a:pathLst>
                    <a:path extrusionOk="0" h="1206" w="111">
                      <a:moveTo>
                        <a:pt x="0" y="1"/>
                      </a:moveTo>
                      <a:cubicBezTo>
                        <a:pt x="45" y="1"/>
                        <a:pt x="78" y="34"/>
                        <a:pt x="78" y="78"/>
                      </a:cubicBezTo>
                      <a:lnTo>
                        <a:pt x="78" y="1117"/>
                      </a:lnTo>
                      <a:cubicBezTo>
                        <a:pt x="78" y="1162"/>
                        <a:pt x="45" y="1206"/>
                        <a:pt x="0" y="1206"/>
                      </a:cubicBezTo>
                      <a:lnTo>
                        <a:pt x="33" y="1206"/>
                      </a:lnTo>
                      <a:cubicBezTo>
                        <a:pt x="78" y="1206"/>
                        <a:pt x="111" y="1162"/>
                        <a:pt x="111" y="1117"/>
                      </a:cubicBezTo>
                      <a:lnTo>
                        <a:pt x="111" y="78"/>
                      </a:lnTo>
                      <a:cubicBezTo>
                        <a:pt x="111" y="34"/>
                        <a:pt x="78" y="1"/>
                        <a:pt x="33" y="1"/>
                      </a:cubicBezTo>
                      <a:close/>
                    </a:path>
                  </a:pathLst>
                </a:custGeom>
                <a:solidFill>
                  <a:srgbClr val="4A4A4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" name="Google Shape;454;p4"/>
                <p:cNvSpPr/>
                <p:nvPr/>
              </p:nvSpPr>
              <p:spPr>
                <a:xfrm>
                  <a:off x="1993487" y="2364057"/>
                  <a:ext cx="157964" cy="177544"/>
                </a:xfrm>
                <a:custGeom>
                  <a:rect b="b" l="l" r="r" t="t"/>
                  <a:pathLst>
                    <a:path extrusionOk="0" h="1206" w="1073">
                      <a:moveTo>
                        <a:pt x="78" y="0"/>
                      </a:moveTo>
                      <a:cubicBezTo>
                        <a:pt x="33" y="0"/>
                        <a:pt x="0" y="34"/>
                        <a:pt x="0" y="89"/>
                      </a:cubicBezTo>
                      <a:lnTo>
                        <a:pt x="0" y="1128"/>
                      </a:lnTo>
                      <a:cubicBezTo>
                        <a:pt x="0" y="1173"/>
                        <a:pt x="33" y="1206"/>
                        <a:pt x="78" y="1206"/>
                      </a:cubicBezTo>
                      <a:lnTo>
                        <a:pt x="995" y="1206"/>
                      </a:lnTo>
                      <a:cubicBezTo>
                        <a:pt x="1040" y="1206"/>
                        <a:pt x="1073" y="1173"/>
                        <a:pt x="1073" y="1128"/>
                      </a:cubicBezTo>
                      <a:lnTo>
                        <a:pt x="1073" y="89"/>
                      </a:lnTo>
                      <a:cubicBezTo>
                        <a:pt x="1073" y="34"/>
                        <a:pt x="1040" y="0"/>
                        <a:pt x="99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5" name="Google Shape;455;p4"/>
                <p:cNvSpPr/>
                <p:nvPr/>
              </p:nvSpPr>
              <p:spPr>
                <a:xfrm>
                  <a:off x="1747633" y="2364057"/>
                  <a:ext cx="16341" cy="177544"/>
                </a:xfrm>
                <a:custGeom>
                  <a:rect b="b" l="l" r="r" t="t"/>
                  <a:pathLst>
                    <a:path extrusionOk="0" h="1206" w="111">
                      <a:moveTo>
                        <a:pt x="78" y="0"/>
                      </a:moveTo>
                      <a:cubicBezTo>
                        <a:pt x="34" y="0"/>
                        <a:pt x="0" y="34"/>
                        <a:pt x="0" y="89"/>
                      </a:cubicBezTo>
                      <a:lnTo>
                        <a:pt x="0" y="1128"/>
                      </a:lnTo>
                      <a:cubicBezTo>
                        <a:pt x="0" y="1173"/>
                        <a:pt x="34" y="1206"/>
                        <a:pt x="78" y="1206"/>
                      </a:cubicBezTo>
                      <a:lnTo>
                        <a:pt x="111" y="1206"/>
                      </a:lnTo>
                      <a:cubicBezTo>
                        <a:pt x="67" y="1206"/>
                        <a:pt x="34" y="1173"/>
                        <a:pt x="34" y="1128"/>
                      </a:cubicBezTo>
                      <a:lnTo>
                        <a:pt x="34" y="89"/>
                      </a:lnTo>
                      <a:cubicBezTo>
                        <a:pt x="34" y="34"/>
                        <a:pt x="67" y="0"/>
                        <a:pt x="111" y="0"/>
                      </a:cubicBezTo>
                      <a:close/>
                    </a:path>
                  </a:pathLst>
                </a:custGeom>
                <a:solidFill>
                  <a:srgbClr val="8282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6" name="Google Shape;456;p4"/>
                <p:cNvSpPr/>
                <p:nvPr/>
              </p:nvSpPr>
              <p:spPr>
                <a:xfrm>
                  <a:off x="1898973" y="2365382"/>
                  <a:ext cx="18108" cy="177839"/>
                </a:xfrm>
                <a:custGeom>
                  <a:rect b="b" l="l" r="r" t="t"/>
                  <a:pathLst>
                    <a:path extrusionOk="0" h="1208" w="123">
                      <a:moveTo>
                        <a:pt x="48" y="1"/>
                      </a:moveTo>
                      <a:cubicBezTo>
                        <a:pt x="43" y="1"/>
                        <a:pt x="39" y="1"/>
                        <a:pt x="34" y="3"/>
                      </a:cubicBezTo>
                      <a:lnTo>
                        <a:pt x="1" y="3"/>
                      </a:lnTo>
                      <a:cubicBezTo>
                        <a:pt x="45" y="3"/>
                        <a:pt x="89" y="36"/>
                        <a:pt x="89" y="80"/>
                      </a:cubicBezTo>
                      <a:lnTo>
                        <a:pt x="89" y="1119"/>
                      </a:lnTo>
                      <a:cubicBezTo>
                        <a:pt x="78" y="1164"/>
                        <a:pt x="45" y="1208"/>
                        <a:pt x="1" y="1208"/>
                      </a:cubicBezTo>
                      <a:lnTo>
                        <a:pt x="34" y="1208"/>
                      </a:lnTo>
                      <a:cubicBezTo>
                        <a:pt x="78" y="1208"/>
                        <a:pt x="122" y="1164"/>
                        <a:pt x="122" y="1119"/>
                      </a:cubicBezTo>
                      <a:lnTo>
                        <a:pt x="122" y="80"/>
                      </a:lnTo>
                      <a:cubicBezTo>
                        <a:pt x="122" y="40"/>
                        <a:pt x="87" y="1"/>
                        <a:pt x="48" y="1"/>
                      </a:cubicBezTo>
                      <a:close/>
                    </a:path>
                  </a:pathLst>
                </a:custGeom>
                <a:solidFill>
                  <a:srgbClr val="4A4A4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" name="Google Shape;457;p4"/>
                <p:cNvSpPr/>
                <p:nvPr/>
              </p:nvSpPr>
              <p:spPr>
                <a:xfrm>
                  <a:off x="1752492" y="2364057"/>
                  <a:ext cx="159731" cy="177544"/>
                </a:xfrm>
                <a:custGeom>
                  <a:rect b="b" l="l" r="r" t="t"/>
                  <a:pathLst>
                    <a:path extrusionOk="0" h="1206" w="1085">
                      <a:moveTo>
                        <a:pt x="78" y="0"/>
                      </a:moveTo>
                      <a:cubicBezTo>
                        <a:pt x="34" y="0"/>
                        <a:pt x="1" y="34"/>
                        <a:pt x="1" y="89"/>
                      </a:cubicBezTo>
                      <a:lnTo>
                        <a:pt x="1" y="1128"/>
                      </a:lnTo>
                      <a:cubicBezTo>
                        <a:pt x="1" y="1173"/>
                        <a:pt x="34" y="1206"/>
                        <a:pt x="78" y="1206"/>
                      </a:cubicBezTo>
                      <a:lnTo>
                        <a:pt x="996" y="1206"/>
                      </a:lnTo>
                      <a:cubicBezTo>
                        <a:pt x="1040" y="1206"/>
                        <a:pt x="1084" y="1173"/>
                        <a:pt x="1084" y="1128"/>
                      </a:cubicBezTo>
                      <a:lnTo>
                        <a:pt x="1084" y="89"/>
                      </a:lnTo>
                      <a:cubicBezTo>
                        <a:pt x="1084" y="34"/>
                        <a:pt x="1040" y="0"/>
                        <a:pt x="99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" name="Google Shape;458;p4"/>
                <p:cNvSpPr/>
                <p:nvPr/>
              </p:nvSpPr>
              <p:spPr>
                <a:xfrm>
                  <a:off x="3429152" y="2364057"/>
                  <a:ext cx="18108" cy="177544"/>
                </a:xfrm>
                <a:custGeom>
                  <a:rect b="b" l="l" r="r" t="t"/>
                  <a:pathLst>
                    <a:path extrusionOk="0" h="1206" w="123">
                      <a:moveTo>
                        <a:pt x="89" y="0"/>
                      </a:moveTo>
                      <a:cubicBezTo>
                        <a:pt x="34" y="0"/>
                        <a:pt x="1" y="34"/>
                        <a:pt x="1" y="89"/>
                      </a:cubicBezTo>
                      <a:lnTo>
                        <a:pt x="1" y="1128"/>
                      </a:lnTo>
                      <a:cubicBezTo>
                        <a:pt x="1" y="1173"/>
                        <a:pt x="34" y="1206"/>
                        <a:pt x="89" y="1206"/>
                      </a:cubicBezTo>
                      <a:lnTo>
                        <a:pt x="123" y="1206"/>
                      </a:lnTo>
                      <a:cubicBezTo>
                        <a:pt x="78" y="1206"/>
                        <a:pt x="45" y="1173"/>
                        <a:pt x="45" y="1128"/>
                      </a:cubicBezTo>
                      <a:lnTo>
                        <a:pt x="45" y="89"/>
                      </a:lnTo>
                      <a:cubicBezTo>
                        <a:pt x="45" y="34"/>
                        <a:pt x="78" y="0"/>
                        <a:pt x="123" y="0"/>
                      </a:cubicBezTo>
                      <a:close/>
                    </a:path>
                  </a:pathLst>
                </a:custGeom>
                <a:solidFill>
                  <a:srgbClr val="8282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" name="Google Shape;459;p4"/>
                <p:cNvSpPr/>
                <p:nvPr/>
              </p:nvSpPr>
              <p:spPr>
                <a:xfrm>
                  <a:off x="3582258" y="2365382"/>
                  <a:ext cx="17961" cy="177839"/>
                </a:xfrm>
                <a:custGeom>
                  <a:rect b="b" l="l" r="r" t="t"/>
                  <a:pathLst>
                    <a:path extrusionOk="0" h="1208" w="122">
                      <a:moveTo>
                        <a:pt x="47" y="1"/>
                      </a:moveTo>
                      <a:cubicBezTo>
                        <a:pt x="43" y="1"/>
                        <a:pt x="38" y="1"/>
                        <a:pt x="33" y="3"/>
                      </a:cubicBezTo>
                      <a:lnTo>
                        <a:pt x="0" y="3"/>
                      </a:lnTo>
                      <a:cubicBezTo>
                        <a:pt x="45" y="3"/>
                        <a:pt x="78" y="36"/>
                        <a:pt x="89" y="80"/>
                      </a:cubicBezTo>
                      <a:lnTo>
                        <a:pt x="89" y="1119"/>
                      </a:lnTo>
                      <a:cubicBezTo>
                        <a:pt x="78" y="1164"/>
                        <a:pt x="45" y="1208"/>
                        <a:pt x="0" y="1208"/>
                      </a:cubicBezTo>
                      <a:lnTo>
                        <a:pt x="33" y="1208"/>
                      </a:lnTo>
                      <a:cubicBezTo>
                        <a:pt x="78" y="1208"/>
                        <a:pt x="122" y="1164"/>
                        <a:pt x="122" y="1119"/>
                      </a:cubicBezTo>
                      <a:lnTo>
                        <a:pt x="122" y="80"/>
                      </a:lnTo>
                      <a:cubicBezTo>
                        <a:pt x="122" y="40"/>
                        <a:pt x="87" y="1"/>
                        <a:pt x="47" y="1"/>
                      </a:cubicBezTo>
                      <a:close/>
                    </a:path>
                  </a:pathLst>
                </a:custGeom>
                <a:solidFill>
                  <a:srgbClr val="4A4A4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" name="Google Shape;460;p4"/>
                <p:cNvSpPr/>
                <p:nvPr/>
              </p:nvSpPr>
              <p:spPr>
                <a:xfrm>
                  <a:off x="3435777" y="2364057"/>
                  <a:ext cx="157964" cy="177544"/>
                </a:xfrm>
                <a:custGeom>
                  <a:rect b="b" l="l" r="r" t="t"/>
                  <a:pathLst>
                    <a:path extrusionOk="0" h="1206" w="1073">
                      <a:moveTo>
                        <a:pt x="78" y="0"/>
                      </a:moveTo>
                      <a:cubicBezTo>
                        <a:pt x="33" y="0"/>
                        <a:pt x="0" y="34"/>
                        <a:pt x="0" y="89"/>
                      </a:cubicBezTo>
                      <a:lnTo>
                        <a:pt x="0" y="1128"/>
                      </a:lnTo>
                      <a:cubicBezTo>
                        <a:pt x="0" y="1173"/>
                        <a:pt x="33" y="1206"/>
                        <a:pt x="78" y="1206"/>
                      </a:cubicBezTo>
                      <a:lnTo>
                        <a:pt x="995" y="1206"/>
                      </a:lnTo>
                      <a:cubicBezTo>
                        <a:pt x="1040" y="1206"/>
                        <a:pt x="1073" y="1173"/>
                        <a:pt x="1073" y="1128"/>
                      </a:cubicBezTo>
                      <a:lnTo>
                        <a:pt x="1073" y="89"/>
                      </a:lnTo>
                      <a:cubicBezTo>
                        <a:pt x="1073" y="34"/>
                        <a:pt x="1040" y="0"/>
                        <a:pt x="99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" name="Google Shape;461;p4"/>
                <p:cNvSpPr/>
                <p:nvPr/>
              </p:nvSpPr>
              <p:spPr>
                <a:xfrm>
                  <a:off x="323304" y="2570750"/>
                  <a:ext cx="240995" cy="117332"/>
                </a:xfrm>
                <a:custGeom>
                  <a:rect b="b" l="l" r="r" t="t"/>
                  <a:pathLst>
                    <a:path extrusionOk="0" h="797" w="1637">
                      <a:moveTo>
                        <a:pt x="210" y="1"/>
                      </a:moveTo>
                      <a:cubicBezTo>
                        <a:pt x="100" y="1"/>
                        <a:pt x="0" y="100"/>
                        <a:pt x="0" y="211"/>
                      </a:cubicBezTo>
                      <a:lnTo>
                        <a:pt x="0" y="587"/>
                      </a:lnTo>
                      <a:cubicBezTo>
                        <a:pt x="0" y="708"/>
                        <a:pt x="100" y="797"/>
                        <a:pt x="210" y="797"/>
                      </a:cubicBezTo>
                      <a:cubicBezTo>
                        <a:pt x="243" y="797"/>
                        <a:pt x="288" y="786"/>
                        <a:pt x="310" y="775"/>
                      </a:cubicBezTo>
                      <a:lnTo>
                        <a:pt x="16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" name="Google Shape;462;p4"/>
                <p:cNvSpPr/>
                <p:nvPr/>
              </p:nvSpPr>
              <p:spPr>
                <a:xfrm>
                  <a:off x="344356" y="2601666"/>
                  <a:ext cx="187408" cy="49023"/>
                </a:xfrm>
                <a:custGeom>
                  <a:rect b="b" l="l" r="r" t="t"/>
                  <a:pathLst>
                    <a:path extrusionOk="0" h="333" w="1273">
                      <a:moveTo>
                        <a:pt x="100" y="1"/>
                      </a:moveTo>
                      <a:cubicBezTo>
                        <a:pt x="45" y="1"/>
                        <a:pt x="1" y="45"/>
                        <a:pt x="1" y="100"/>
                      </a:cubicBezTo>
                      <a:lnTo>
                        <a:pt x="1" y="222"/>
                      </a:lnTo>
                      <a:cubicBezTo>
                        <a:pt x="1" y="277"/>
                        <a:pt x="45" y="333"/>
                        <a:pt x="100" y="333"/>
                      </a:cubicBezTo>
                      <a:lnTo>
                        <a:pt x="686" y="333"/>
                      </a:lnTo>
                      <a:lnTo>
                        <a:pt x="1272" y="1"/>
                      </a:lnTo>
                      <a:close/>
                    </a:path>
                  </a:pathLst>
                </a:custGeom>
                <a:solidFill>
                  <a:srgbClr val="DADAD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" name="Google Shape;463;p4"/>
                <p:cNvSpPr/>
                <p:nvPr/>
              </p:nvSpPr>
              <p:spPr>
                <a:xfrm>
                  <a:off x="317120" y="2554557"/>
                  <a:ext cx="274855" cy="150456"/>
                </a:xfrm>
                <a:custGeom>
                  <a:rect b="b" l="l" r="r" t="t"/>
                  <a:pathLst>
                    <a:path extrusionOk="0" h="1022" w="1867">
                      <a:moveTo>
                        <a:pt x="1745" y="111"/>
                      </a:moveTo>
                      <a:lnTo>
                        <a:pt x="418" y="885"/>
                      </a:lnTo>
                      <a:cubicBezTo>
                        <a:pt x="387" y="903"/>
                        <a:pt x="353" y="911"/>
                        <a:pt x="319" y="911"/>
                      </a:cubicBezTo>
                      <a:cubicBezTo>
                        <a:pt x="212" y="911"/>
                        <a:pt x="108" y="823"/>
                        <a:pt x="108" y="697"/>
                      </a:cubicBezTo>
                      <a:lnTo>
                        <a:pt x="108" y="321"/>
                      </a:lnTo>
                      <a:cubicBezTo>
                        <a:pt x="108" y="210"/>
                        <a:pt x="208" y="111"/>
                        <a:pt x="318" y="111"/>
                      </a:cubicBezTo>
                      <a:close/>
                      <a:moveTo>
                        <a:pt x="318" y="0"/>
                      </a:moveTo>
                      <a:cubicBezTo>
                        <a:pt x="142" y="0"/>
                        <a:pt x="9" y="144"/>
                        <a:pt x="9" y="321"/>
                      </a:cubicBezTo>
                      <a:lnTo>
                        <a:pt x="9" y="697"/>
                      </a:lnTo>
                      <a:cubicBezTo>
                        <a:pt x="1" y="887"/>
                        <a:pt x="147" y="1022"/>
                        <a:pt x="310" y="1022"/>
                      </a:cubicBezTo>
                      <a:cubicBezTo>
                        <a:pt x="364" y="1022"/>
                        <a:pt x="420" y="1007"/>
                        <a:pt x="473" y="973"/>
                      </a:cubicBezTo>
                      <a:lnTo>
                        <a:pt x="1800" y="210"/>
                      </a:lnTo>
                      <a:cubicBezTo>
                        <a:pt x="1844" y="188"/>
                        <a:pt x="1867" y="133"/>
                        <a:pt x="1855" y="89"/>
                      </a:cubicBezTo>
                      <a:cubicBezTo>
                        <a:pt x="1844" y="33"/>
                        <a:pt x="1800" y="0"/>
                        <a:pt x="1745" y="0"/>
                      </a:cubicBezTo>
                      <a:close/>
                    </a:path>
                  </a:pathLst>
                </a:custGeom>
                <a:solidFill>
                  <a:srgbClr val="A3A3A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4" name="Google Shape;464;p4"/>
                <p:cNvSpPr/>
                <p:nvPr/>
              </p:nvSpPr>
              <p:spPr>
                <a:xfrm>
                  <a:off x="308582" y="2554557"/>
                  <a:ext cx="273677" cy="149867"/>
                </a:xfrm>
                <a:custGeom>
                  <a:rect b="b" l="l" r="r" t="t"/>
                  <a:pathLst>
                    <a:path extrusionOk="0" h="1018" w="1859">
                      <a:moveTo>
                        <a:pt x="1737" y="111"/>
                      </a:moveTo>
                      <a:lnTo>
                        <a:pt x="410" y="885"/>
                      </a:lnTo>
                      <a:cubicBezTo>
                        <a:pt x="376" y="896"/>
                        <a:pt x="343" y="907"/>
                        <a:pt x="310" y="907"/>
                      </a:cubicBezTo>
                      <a:cubicBezTo>
                        <a:pt x="200" y="907"/>
                        <a:pt x="100" y="818"/>
                        <a:pt x="100" y="697"/>
                      </a:cubicBezTo>
                      <a:lnTo>
                        <a:pt x="100" y="321"/>
                      </a:lnTo>
                      <a:cubicBezTo>
                        <a:pt x="100" y="210"/>
                        <a:pt x="200" y="111"/>
                        <a:pt x="310" y="111"/>
                      </a:cubicBezTo>
                      <a:close/>
                      <a:moveTo>
                        <a:pt x="310" y="0"/>
                      </a:moveTo>
                      <a:cubicBezTo>
                        <a:pt x="133" y="0"/>
                        <a:pt x="1" y="144"/>
                        <a:pt x="1" y="321"/>
                      </a:cubicBezTo>
                      <a:lnTo>
                        <a:pt x="1" y="697"/>
                      </a:lnTo>
                      <a:cubicBezTo>
                        <a:pt x="1" y="874"/>
                        <a:pt x="133" y="1017"/>
                        <a:pt x="310" y="1017"/>
                      </a:cubicBezTo>
                      <a:cubicBezTo>
                        <a:pt x="365" y="1017"/>
                        <a:pt x="421" y="1006"/>
                        <a:pt x="465" y="973"/>
                      </a:cubicBezTo>
                      <a:lnTo>
                        <a:pt x="1792" y="210"/>
                      </a:lnTo>
                      <a:cubicBezTo>
                        <a:pt x="1836" y="188"/>
                        <a:pt x="1858" y="133"/>
                        <a:pt x="1847" y="89"/>
                      </a:cubicBezTo>
                      <a:cubicBezTo>
                        <a:pt x="1836" y="33"/>
                        <a:pt x="1792" y="0"/>
                        <a:pt x="17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5" name="Google Shape;465;p4"/>
                <p:cNvSpPr/>
                <p:nvPr/>
              </p:nvSpPr>
              <p:spPr>
                <a:xfrm>
                  <a:off x="337878" y="2570750"/>
                  <a:ext cx="226421" cy="117332"/>
                </a:xfrm>
                <a:custGeom>
                  <a:rect b="b" l="l" r="r" t="t"/>
                  <a:pathLst>
                    <a:path extrusionOk="0" h="797" w="1538">
                      <a:moveTo>
                        <a:pt x="1316" y="1"/>
                      </a:moveTo>
                      <a:lnTo>
                        <a:pt x="1" y="764"/>
                      </a:lnTo>
                      <a:cubicBezTo>
                        <a:pt x="34" y="786"/>
                        <a:pt x="67" y="797"/>
                        <a:pt x="111" y="797"/>
                      </a:cubicBezTo>
                      <a:cubicBezTo>
                        <a:pt x="144" y="797"/>
                        <a:pt x="189" y="786"/>
                        <a:pt x="211" y="775"/>
                      </a:cubicBezTo>
                      <a:lnTo>
                        <a:pt x="15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" name="Google Shape;466;p4"/>
                <p:cNvSpPr/>
                <p:nvPr/>
              </p:nvSpPr>
              <p:spPr>
                <a:xfrm>
                  <a:off x="554435" y="2650248"/>
                  <a:ext cx="3164735" cy="20022"/>
                </a:xfrm>
                <a:custGeom>
                  <a:rect b="b" l="l" r="r" t="t"/>
                  <a:pathLst>
                    <a:path extrusionOk="0" h="136" w="21497">
                      <a:moveTo>
                        <a:pt x="21436" y="0"/>
                      </a:moveTo>
                      <a:cubicBezTo>
                        <a:pt x="21430" y="0"/>
                        <a:pt x="21425" y="1"/>
                        <a:pt x="21419" y="3"/>
                      </a:cubicBezTo>
                      <a:lnTo>
                        <a:pt x="78" y="3"/>
                      </a:lnTo>
                      <a:cubicBezTo>
                        <a:pt x="33" y="3"/>
                        <a:pt x="0" y="25"/>
                        <a:pt x="0" y="69"/>
                      </a:cubicBezTo>
                      <a:cubicBezTo>
                        <a:pt x="0" y="102"/>
                        <a:pt x="33" y="135"/>
                        <a:pt x="78" y="135"/>
                      </a:cubicBezTo>
                      <a:lnTo>
                        <a:pt x="21419" y="135"/>
                      </a:lnTo>
                      <a:cubicBezTo>
                        <a:pt x="21463" y="135"/>
                        <a:pt x="21496" y="102"/>
                        <a:pt x="21496" y="69"/>
                      </a:cubicBezTo>
                      <a:cubicBezTo>
                        <a:pt x="21496" y="31"/>
                        <a:pt x="21471" y="0"/>
                        <a:pt x="21436" y="0"/>
                      </a:cubicBezTo>
                      <a:close/>
                    </a:path>
                  </a:pathLst>
                </a:custGeom>
                <a:solidFill>
                  <a:srgbClr val="FBFBF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" name="Google Shape;467;p4"/>
                <p:cNvSpPr/>
                <p:nvPr/>
              </p:nvSpPr>
              <p:spPr>
                <a:xfrm>
                  <a:off x="554435" y="2694560"/>
                  <a:ext cx="3164735" cy="19580"/>
                </a:xfrm>
                <a:custGeom>
                  <a:rect b="b" l="l" r="r" t="t"/>
                  <a:pathLst>
                    <a:path extrusionOk="0" h="133" w="21497">
                      <a:moveTo>
                        <a:pt x="78" y="0"/>
                      </a:moveTo>
                      <a:cubicBezTo>
                        <a:pt x="33" y="0"/>
                        <a:pt x="0" y="22"/>
                        <a:pt x="0" y="66"/>
                      </a:cubicBezTo>
                      <a:cubicBezTo>
                        <a:pt x="0" y="100"/>
                        <a:pt x="33" y="133"/>
                        <a:pt x="78" y="133"/>
                      </a:cubicBezTo>
                      <a:lnTo>
                        <a:pt x="21419" y="133"/>
                      </a:lnTo>
                      <a:cubicBezTo>
                        <a:pt x="21463" y="133"/>
                        <a:pt x="21496" y="100"/>
                        <a:pt x="21496" y="66"/>
                      </a:cubicBezTo>
                      <a:cubicBezTo>
                        <a:pt x="21496" y="22"/>
                        <a:pt x="21463" y="0"/>
                        <a:pt x="21419" y="0"/>
                      </a:cubicBezTo>
                      <a:close/>
                    </a:path>
                  </a:pathLst>
                </a:custGeom>
                <a:solidFill>
                  <a:srgbClr val="FBFBF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8" name="Google Shape;468;p4"/>
                <p:cNvSpPr/>
                <p:nvPr/>
              </p:nvSpPr>
              <p:spPr>
                <a:xfrm>
                  <a:off x="538094" y="2650542"/>
                  <a:ext cx="3163115" cy="19727"/>
                </a:xfrm>
                <a:custGeom>
                  <a:rect b="b" l="l" r="r" t="t"/>
                  <a:pathLst>
                    <a:path extrusionOk="0" h="134" w="21486">
                      <a:moveTo>
                        <a:pt x="67" y="1"/>
                      </a:moveTo>
                      <a:cubicBezTo>
                        <a:pt x="34" y="1"/>
                        <a:pt x="1" y="23"/>
                        <a:pt x="1" y="67"/>
                      </a:cubicBezTo>
                      <a:cubicBezTo>
                        <a:pt x="1" y="100"/>
                        <a:pt x="34" y="133"/>
                        <a:pt x="67" y="133"/>
                      </a:cubicBezTo>
                      <a:lnTo>
                        <a:pt x="21419" y="133"/>
                      </a:lnTo>
                      <a:cubicBezTo>
                        <a:pt x="21452" y="133"/>
                        <a:pt x="21486" y="100"/>
                        <a:pt x="21486" y="67"/>
                      </a:cubicBezTo>
                      <a:cubicBezTo>
                        <a:pt x="21486" y="23"/>
                        <a:pt x="21452" y="1"/>
                        <a:pt x="21419" y="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9" name="Google Shape;469;p4"/>
                <p:cNvSpPr/>
                <p:nvPr/>
              </p:nvSpPr>
              <p:spPr>
                <a:xfrm>
                  <a:off x="538094" y="2694560"/>
                  <a:ext cx="3163115" cy="19580"/>
                </a:xfrm>
                <a:custGeom>
                  <a:rect b="b" l="l" r="r" t="t"/>
                  <a:pathLst>
                    <a:path extrusionOk="0" h="133" w="21486">
                      <a:moveTo>
                        <a:pt x="67" y="0"/>
                      </a:moveTo>
                      <a:cubicBezTo>
                        <a:pt x="34" y="0"/>
                        <a:pt x="1" y="22"/>
                        <a:pt x="1" y="66"/>
                      </a:cubicBezTo>
                      <a:cubicBezTo>
                        <a:pt x="1" y="100"/>
                        <a:pt x="34" y="133"/>
                        <a:pt x="67" y="133"/>
                      </a:cubicBezTo>
                      <a:lnTo>
                        <a:pt x="21419" y="133"/>
                      </a:lnTo>
                      <a:cubicBezTo>
                        <a:pt x="21452" y="133"/>
                        <a:pt x="21486" y="100"/>
                        <a:pt x="21486" y="66"/>
                      </a:cubicBezTo>
                      <a:cubicBezTo>
                        <a:pt x="21486" y="22"/>
                        <a:pt x="21452" y="0"/>
                        <a:pt x="21419" y="0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" name="Google Shape;470;p4"/>
                <p:cNvSpPr/>
                <p:nvPr/>
              </p:nvSpPr>
              <p:spPr>
                <a:xfrm>
                  <a:off x="1723195" y="2342858"/>
                  <a:ext cx="19727" cy="495092"/>
                </a:xfrm>
                <a:custGeom>
                  <a:rect b="b" l="l" r="r" t="t"/>
                  <a:pathLst>
                    <a:path extrusionOk="0" h="3363" w="134">
                      <a:moveTo>
                        <a:pt x="111" y="1"/>
                      </a:moveTo>
                      <a:cubicBezTo>
                        <a:pt x="56" y="1"/>
                        <a:pt x="1" y="45"/>
                        <a:pt x="1" y="100"/>
                      </a:cubicBezTo>
                      <a:lnTo>
                        <a:pt x="1" y="3252"/>
                      </a:lnTo>
                      <a:cubicBezTo>
                        <a:pt x="1" y="3307"/>
                        <a:pt x="56" y="3362"/>
                        <a:pt x="111" y="3362"/>
                      </a:cubicBezTo>
                      <a:lnTo>
                        <a:pt x="133" y="3362"/>
                      </a:lnTo>
                      <a:cubicBezTo>
                        <a:pt x="78" y="3362"/>
                        <a:pt x="23" y="3307"/>
                        <a:pt x="23" y="3252"/>
                      </a:cubicBezTo>
                      <a:lnTo>
                        <a:pt x="23" y="100"/>
                      </a:lnTo>
                      <a:cubicBezTo>
                        <a:pt x="23" y="45"/>
                        <a:pt x="78" y="1"/>
                        <a:pt x="133" y="1"/>
                      </a:cubicBezTo>
                      <a:close/>
                    </a:path>
                  </a:pathLst>
                </a:custGeom>
                <a:solidFill>
                  <a:srgbClr val="DBDBD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1" name="Google Shape;471;p4"/>
                <p:cNvSpPr/>
                <p:nvPr/>
              </p:nvSpPr>
              <p:spPr>
                <a:xfrm>
                  <a:off x="1916934" y="2338000"/>
                  <a:ext cx="22966" cy="504809"/>
                </a:xfrm>
                <a:custGeom>
                  <a:rect b="b" l="l" r="r" t="t"/>
                  <a:pathLst>
                    <a:path extrusionOk="0" h="3429" w="156">
                      <a:moveTo>
                        <a:pt x="0" y="1"/>
                      </a:moveTo>
                      <a:cubicBezTo>
                        <a:pt x="78" y="1"/>
                        <a:pt x="133" y="67"/>
                        <a:pt x="133" y="144"/>
                      </a:cubicBezTo>
                      <a:lnTo>
                        <a:pt x="133" y="3285"/>
                      </a:lnTo>
                      <a:cubicBezTo>
                        <a:pt x="133" y="3362"/>
                        <a:pt x="78" y="3428"/>
                        <a:pt x="0" y="3428"/>
                      </a:cubicBezTo>
                      <a:lnTo>
                        <a:pt x="23" y="3428"/>
                      </a:lnTo>
                      <a:cubicBezTo>
                        <a:pt x="100" y="3428"/>
                        <a:pt x="155" y="3362"/>
                        <a:pt x="155" y="3285"/>
                      </a:cubicBezTo>
                      <a:lnTo>
                        <a:pt x="155" y="133"/>
                      </a:lnTo>
                      <a:cubicBezTo>
                        <a:pt x="155" y="67"/>
                        <a:pt x="100" y="1"/>
                        <a:pt x="23" y="1"/>
                      </a:cubicBezTo>
                      <a:close/>
                    </a:path>
                  </a:pathLst>
                </a:custGeom>
                <a:solidFill>
                  <a:srgbClr val="DBDBD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2" name="Google Shape;472;p4"/>
                <p:cNvSpPr/>
                <p:nvPr/>
              </p:nvSpPr>
              <p:spPr>
                <a:xfrm>
                  <a:off x="1719956" y="2338000"/>
                  <a:ext cx="216704" cy="504809"/>
                </a:xfrm>
                <a:custGeom>
                  <a:rect b="b" l="l" r="r" t="t"/>
                  <a:pathLst>
                    <a:path extrusionOk="0" h="3429" w="1472">
                      <a:moveTo>
                        <a:pt x="1338" y="34"/>
                      </a:moveTo>
                      <a:cubicBezTo>
                        <a:pt x="1394" y="34"/>
                        <a:pt x="1449" y="78"/>
                        <a:pt x="1449" y="133"/>
                      </a:cubicBezTo>
                      <a:lnTo>
                        <a:pt x="1449" y="3285"/>
                      </a:lnTo>
                      <a:cubicBezTo>
                        <a:pt x="1449" y="3340"/>
                        <a:pt x="1394" y="3395"/>
                        <a:pt x="1338" y="3395"/>
                      </a:cubicBezTo>
                      <a:lnTo>
                        <a:pt x="133" y="3395"/>
                      </a:lnTo>
                      <a:cubicBezTo>
                        <a:pt x="78" y="3395"/>
                        <a:pt x="23" y="3340"/>
                        <a:pt x="23" y="3285"/>
                      </a:cubicBezTo>
                      <a:lnTo>
                        <a:pt x="23" y="133"/>
                      </a:lnTo>
                      <a:cubicBezTo>
                        <a:pt x="23" y="78"/>
                        <a:pt x="78" y="34"/>
                        <a:pt x="133" y="34"/>
                      </a:cubicBezTo>
                      <a:close/>
                      <a:moveTo>
                        <a:pt x="133" y="1"/>
                      </a:moveTo>
                      <a:cubicBezTo>
                        <a:pt x="56" y="1"/>
                        <a:pt x="0" y="67"/>
                        <a:pt x="0" y="144"/>
                      </a:cubicBezTo>
                      <a:lnTo>
                        <a:pt x="0" y="3285"/>
                      </a:lnTo>
                      <a:cubicBezTo>
                        <a:pt x="0" y="3362"/>
                        <a:pt x="56" y="3428"/>
                        <a:pt x="133" y="3428"/>
                      </a:cubicBezTo>
                      <a:lnTo>
                        <a:pt x="1338" y="3428"/>
                      </a:lnTo>
                      <a:cubicBezTo>
                        <a:pt x="1416" y="3428"/>
                        <a:pt x="1471" y="3362"/>
                        <a:pt x="1471" y="3285"/>
                      </a:cubicBezTo>
                      <a:lnTo>
                        <a:pt x="1471" y="133"/>
                      </a:lnTo>
                      <a:cubicBezTo>
                        <a:pt x="1471" y="67"/>
                        <a:pt x="1416" y="1"/>
                        <a:pt x="1338" y="1"/>
                      </a:cubicBezTo>
                      <a:close/>
                    </a:path>
                  </a:pathLst>
                </a:custGeom>
                <a:solidFill>
                  <a:srgbClr val="A4A4A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3" name="Google Shape;473;p4"/>
                <p:cNvSpPr/>
                <p:nvPr/>
              </p:nvSpPr>
              <p:spPr>
                <a:xfrm>
                  <a:off x="3406481" y="2342858"/>
                  <a:ext cx="19580" cy="495092"/>
                </a:xfrm>
                <a:custGeom>
                  <a:rect b="b" l="l" r="r" t="t"/>
                  <a:pathLst>
                    <a:path extrusionOk="0" h="3363" w="133">
                      <a:moveTo>
                        <a:pt x="111" y="1"/>
                      </a:moveTo>
                      <a:cubicBezTo>
                        <a:pt x="44" y="1"/>
                        <a:pt x="0" y="45"/>
                        <a:pt x="0" y="100"/>
                      </a:cubicBezTo>
                      <a:lnTo>
                        <a:pt x="0" y="3252"/>
                      </a:lnTo>
                      <a:cubicBezTo>
                        <a:pt x="0" y="3307"/>
                        <a:pt x="44" y="3362"/>
                        <a:pt x="111" y="3362"/>
                      </a:cubicBezTo>
                      <a:lnTo>
                        <a:pt x="133" y="3362"/>
                      </a:lnTo>
                      <a:cubicBezTo>
                        <a:pt x="66" y="3362"/>
                        <a:pt x="22" y="3307"/>
                        <a:pt x="22" y="3252"/>
                      </a:cubicBezTo>
                      <a:lnTo>
                        <a:pt x="22" y="100"/>
                      </a:lnTo>
                      <a:cubicBezTo>
                        <a:pt x="22" y="45"/>
                        <a:pt x="66" y="1"/>
                        <a:pt x="133" y="1"/>
                      </a:cubicBezTo>
                      <a:close/>
                    </a:path>
                  </a:pathLst>
                </a:custGeom>
                <a:solidFill>
                  <a:srgbClr val="DBDBD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4" name="Google Shape;474;p4"/>
                <p:cNvSpPr/>
                <p:nvPr/>
              </p:nvSpPr>
              <p:spPr>
                <a:xfrm>
                  <a:off x="3600072" y="2338000"/>
                  <a:ext cx="22966" cy="504809"/>
                </a:xfrm>
                <a:custGeom>
                  <a:rect b="b" l="l" r="r" t="t"/>
                  <a:pathLst>
                    <a:path extrusionOk="0" h="3429" w="156">
                      <a:moveTo>
                        <a:pt x="1" y="1"/>
                      </a:moveTo>
                      <a:cubicBezTo>
                        <a:pt x="78" y="1"/>
                        <a:pt x="134" y="67"/>
                        <a:pt x="134" y="144"/>
                      </a:cubicBezTo>
                      <a:lnTo>
                        <a:pt x="134" y="3285"/>
                      </a:lnTo>
                      <a:cubicBezTo>
                        <a:pt x="134" y="3362"/>
                        <a:pt x="78" y="3428"/>
                        <a:pt x="1" y="3428"/>
                      </a:cubicBezTo>
                      <a:lnTo>
                        <a:pt x="23" y="3428"/>
                      </a:lnTo>
                      <a:cubicBezTo>
                        <a:pt x="100" y="3428"/>
                        <a:pt x="156" y="3362"/>
                        <a:pt x="156" y="3285"/>
                      </a:cubicBezTo>
                      <a:lnTo>
                        <a:pt x="156" y="133"/>
                      </a:lnTo>
                      <a:cubicBezTo>
                        <a:pt x="156" y="67"/>
                        <a:pt x="100" y="1"/>
                        <a:pt x="23" y="1"/>
                      </a:cubicBezTo>
                      <a:close/>
                    </a:path>
                  </a:pathLst>
                </a:custGeom>
                <a:solidFill>
                  <a:srgbClr val="DBDBD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5" name="Google Shape;475;p4"/>
                <p:cNvSpPr/>
                <p:nvPr/>
              </p:nvSpPr>
              <p:spPr>
                <a:xfrm>
                  <a:off x="3401475" y="2338000"/>
                  <a:ext cx="218324" cy="504809"/>
                </a:xfrm>
                <a:custGeom>
                  <a:rect b="b" l="l" r="r" t="t"/>
                  <a:pathLst>
                    <a:path extrusionOk="0" h="3429" w="1483">
                      <a:moveTo>
                        <a:pt x="1350" y="34"/>
                      </a:moveTo>
                      <a:cubicBezTo>
                        <a:pt x="1405" y="34"/>
                        <a:pt x="1449" y="78"/>
                        <a:pt x="1449" y="133"/>
                      </a:cubicBezTo>
                      <a:lnTo>
                        <a:pt x="1449" y="3285"/>
                      </a:lnTo>
                      <a:cubicBezTo>
                        <a:pt x="1449" y="3340"/>
                        <a:pt x="1405" y="3395"/>
                        <a:pt x="1350" y="3395"/>
                      </a:cubicBezTo>
                      <a:lnTo>
                        <a:pt x="145" y="3395"/>
                      </a:lnTo>
                      <a:cubicBezTo>
                        <a:pt x="78" y="3395"/>
                        <a:pt x="34" y="3340"/>
                        <a:pt x="34" y="3285"/>
                      </a:cubicBezTo>
                      <a:lnTo>
                        <a:pt x="34" y="133"/>
                      </a:lnTo>
                      <a:cubicBezTo>
                        <a:pt x="34" y="78"/>
                        <a:pt x="78" y="34"/>
                        <a:pt x="145" y="34"/>
                      </a:cubicBezTo>
                      <a:close/>
                      <a:moveTo>
                        <a:pt x="145" y="1"/>
                      </a:moveTo>
                      <a:cubicBezTo>
                        <a:pt x="67" y="1"/>
                        <a:pt x="1" y="67"/>
                        <a:pt x="1" y="144"/>
                      </a:cubicBezTo>
                      <a:lnTo>
                        <a:pt x="1" y="3285"/>
                      </a:lnTo>
                      <a:cubicBezTo>
                        <a:pt x="1" y="3362"/>
                        <a:pt x="67" y="3428"/>
                        <a:pt x="145" y="3428"/>
                      </a:cubicBezTo>
                      <a:lnTo>
                        <a:pt x="1350" y="3428"/>
                      </a:lnTo>
                      <a:cubicBezTo>
                        <a:pt x="1427" y="3428"/>
                        <a:pt x="1483" y="3362"/>
                        <a:pt x="1483" y="3285"/>
                      </a:cubicBezTo>
                      <a:lnTo>
                        <a:pt x="1483" y="133"/>
                      </a:lnTo>
                      <a:cubicBezTo>
                        <a:pt x="1483" y="67"/>
                        <a:pt x="1416" y="1"/>
                        <a:pt x="1350" y="1"/>
                      </a:cubicBezTo>
                      <a:close/>
                    </a:path>
                  </a:pathLst>
                </a:custGeom>
                <a:solidFill>
                  <a:srgbClr val="A4A4A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" name="Google Shape;476;p4"/>
                <p:cNvSpPr/>
                <p:nvPr/>
              </p:nvSpPr>
              <p:spPr>
                <a:xfrm>
                  <a:off x="4021703" y="2316800"/>
                  <a:ext cx="14869" cy="397340"/>
                </a:xfrm>
                <a:custGeom>
                  <a:rect b="b" l="l" r="r" t="t"/>
                  <a:pathLst>
                    <a:path extrusionOk="0" h="2699" w="101">
                      <a:moveTo>
                        <a:pt x="1" y="1"/>
                      </a:moveTo>
                      <a:lnTo>
                        <a:pt x="1" y="2699"/>
                      </a:lnTo>
                      <a:lnTo>
                        <a:pt x="100" y="2699"/>
                      </a:lnTo>
                      <a:lnTo>
                        <a:pt x="100" y="1"/>
                      </a:lnTo>
                      <a:close/>
                    </a:path>
                  </a:pathLst>
                </a:custGeom>
                <a:solidFill>
                  <a:srgbClr val="3C3C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7" name="Google Shape;477;p4"/>
                <p:cNvSpPr/>
                <p:nvPr/>
              </p:nvSpPr>
              <p:spPr>
                <a:xfrm>
                  <a:off x="3823106" y="2316800"/>
                  <a:ext cx="198744" cy="397340"/>
                </a:xfrm>
                <a:custGeom>
                  <a:rect b="b" l="l" r="r" t="t"/>
                  <a:pathLst>
                    <a:path extrusionOk="0" h="2699" w="1350">
                      <a:moveTo>
                        <a:pt x="1" y="1"/>
                      </a:moveTo>
                      <a:lnTo>
                        <a:pt x="1" y="2699"/>
                      </a:lnTo>
                      <a:lnTo>
                        <a:pt x="1350" y="2699"/>
                      </a:lnTo>
                      <a:lnTo>
                        <a:pt x="13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8" name="Google Shape;478;p4"/>
              <p:cNvGrpSpPr/>
              <p:nvPr/>
            </p:nvGrpSpPr>
            <p:grpSpPr>
              <a:xfrm>
                <a:off x="691624" y="2772373"/>
                <a:ext cx="841661" cy="1783926"/>
                <a:chOff x="152700" y="2332825"/>
                <a:chExt cx="1036528" cy="2197224"/>
              </a:xfrm>
            </p:grpSpPr>
            <p:sp>
              <p:nvSpPr>
                <p:cNvPr id="479" name="Google Shape;479;p4"/>
                <p:cNvSpPr/>
                <p:nvPr/>
              </p:nvSpPr>
              <p:spPr>
                <a:xfrm>
                  <a:off x="677722" y="2976053"/>
                  <a:ext cx="111607" cy="1369765"/>
                </a:xfrm>
                <a:custGeom>
                  <a:rect b="b" l="l" r="r" t="t"/>
                  <a:pathLst>
                    <a:path extrusionOk="0" h="4357" w="355">
                      <a:moveTo>
                        <a:pt x="1" y="0"/>
                      </a:moveTo>
                      <a:lnTo>
                        <a:pt x="1" y="4357"/>
                      </a:lnTo>
                      <a:lnTo>
                        <a:pt x="354" y="4357"/>
                      </a:lnTo>
                      <a:lnTo>
                        <a:pt x="35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" name="Google Shape;480;p4"/>
                <p:cNvSpPr/>
                <p:nvPr/>
              </p:nvSpPr>
              <p:spPr>
                <a:xfrm>
                  <a:off x="733368" y="2976053"/>
                  <a:ext cx="55961" cy="1369765"/>
                </a:xfrm>
                <a:custGeom>
                  <a:rect b="b" l="l" r="r" t="t"/>
                  <a:pathLst>
                    <a:path extrusionOk="0" h="4357" w="178">
                      <a:moveTo>
                        <a:pt x="1" y="0"/>
                      </a:moveTo>
                      <a:lnTo>
                        <a:pt x="1" y="4357"/>
                      </a:lnTo>
                      <a:lnTo>
                        <a:pt x="177" y="4357"/>
                      </a:lnTo>
                      <a:lnTo>
                        <a:pt x="17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1" name="Google Shape;481;p4"/>
                <p:cNvSpPr/>
                <p:nvPr/>
              </p:nvSpPr>
              <p:spPr>
                <a:xfrm>
                  <a:off x="677722" y="3198322"/>
                  <a:ext cx="111607" cy="76081"/>
                </a:xfrm>
                <a:custGeom>
                  <a:rect b="b" l="l" r="r" t="t"/>
                  <a:pathLst>
                    <a:path extrusionOk="0" h="242" w="355">
                      <a:moveTo>
                        <a:pt x="1" y="1"/>
                      </a:moveTo>
                      <a:lnTo>
                        <a:pt x="1" y="233"/>
                      </a:lnTo>
                      <a:cubicBezTo>
                        <a:pt x="61" y="238"/>
                        <a:pt x="122" y="241"/>
                        <a:pt x="182" y="241"/>
                      </a:cubicBezTo>
                      <a:cubicBezTo>
                        <a:pt x="241" y="241"/>
                        <a:pt x="299" y="238"/>
                        <a:pt x="354" y="233"/>
                      </a:cubicBezTo>
                      <a:lnTo>
                        <a:pt x="354" y="1"/>
                      </a:lnTo>
                      <a:cubicBezTo>
                        <a:pt x="299" y="12"/>
                        <a:pt x="244" y="12"/>
                        <a:pt x="178" y="12"/>
                      </a:cubicBezTo>
                      <a:cubicBezTo>
                        <a:pt x="122" y="12"/>
                        <a:pt x="56" y="12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" name="Google Shape;482;p4"/>
                <p:cNvSpPr/>
                <p:nvPr/>
              </p:nvSpPr>
              <p:spPr>
                <a:xfrm>
                  <a:off x="344160" y="4348965"/>
                  <a:ext cx="782504" cy="181084"/>
                </a:xfrm>
                <a:custGeom>
                  <a:rect b="b" l="l" r="r" t="t"/>
                  <a:pathLst>
                    <a:path extrusionOk="0" h="576" w="2489">
                      <a:moveTo>
                        <a:pt x="575" y="1"/>
                      </a:moveTo>
                      <a:cubicBezTo>
                        <a:pt x="254" y="1"/>
                        <a:pt x="0" y="255"/>
                        <a:pt x="0" y="576"/>
                      </a:cubicBezTo>
                      <a:lnTo>
                        <a:pt x="2488" y="576"/>
                      </a:lnTo>
                      <a:cubicBezTo>
                        <a:pt x="2488" y="255"/>
                        <a:pt x="2223" y="1"/>
                        <a:pt x="19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" name="Google Shape;483;p4"/>
                <p:cNvSpPr/>
                <p:nvPr/>
              </p:nvSpPr>
              <p:spPr>
                <a:xfrm>
                  <a:off x="173764" y="2332825"/>
                  <a:ext cx="1015464" cy="870525"/>
                </a:xfrm>
                <a:custGeom>
                  <a:rect b="b" l="l" r="r" t="t"/>
                  <a:pathLst>
                    <a:path extrusionOk="0" h="2769" w="3230">
                      <a:moveTo>
                        <a:pt x="1847" y="0"/>
                      </a:moveTo>
                      <a:cubicBezTo>
                        <a:pt x="619" y="0"/>
                        <a:pt x="0" y="1493"/>
                        <a:pt x="874" y="2367"/>
                      </a:cubicBezTo>
                      <a:cubicBezTo>
                        <a:pt x="1151" y="2644"/>
                        <a:pt x="1494" y="2768"/>
                        <a:pt x="1831" y="2768"/>
                      </a:cubicBezTo>
                      <a:cubicBezTo>
                        <a:pt x="2542" y="2768"/>
                        <a:pt x="3229" y="2215"/>
                        <a:pt x="3229" y="1383"/>
                      </a:cubicBezTo>
                      <a:cubicBezTo>
                        <a:pt x="3229" y="620"/>
                        <a:pt x="2610" y="0"/>
                        <a:pt x="18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4" name="Google Shape;484;p4"/>
                <p:cNvSpPr/>
                <p:nvPr/>
              </p:nvSpPr>
              <p:spPr>
                <a:xfrm>
                  <a:off x="197971" y="2367407"/>
                  <a:ext cx="935610" cy="801361"/>
                </a:xfrm>
                <a:custGeom>
                  <a:rect b="b" l="l" r="r" t="t"/>
                  <a:pathLst>
                    <a:path extrusionOk="0" h="2549" w="2976">
                      <a:moveTo>
                        <a:pt x="1704" y="1"/>
                      </a:moveTo>
                      <a:cubicBezTo>
                        <a:pt x="576" y="1"/>
                        <a:pt x="1" y="1372"/>
                        <a:pt x="808" y="2168"/>
                      </a:cubicBezTo>
                      <a:cubicBezTo>
                        <a:pt x="1067" y="2431"/>
                        <a:pt x="1386" y="2548"/>
                        <a:pt x="1700" y="2548"/>
                      </a:cubicBezTo>
                      <a:cubicBezTo>
                        <a:pt x="2350" y="2548"/>
                        <a:pt x="2975" y="2041"/>
                        <a:pt x="2975" y="1273"/>
                      </a:cubicBezTo>
                      <a:cubicBezTo>
                        <a:pt x="2975" y="576"/>
                        <a:pt x="2411" y="1"/>
                        <a:pt x="1704" y="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5" name="Google Shape;485;p4"/>
                <p:cNvSpPr/>
                <p:nvPr/>
              </p:nvSpPr>
              <p:spPr>
                <a:xfrm>
                  <a:off x="152700" y="2332825"/>
                  <a:ext cx="1015464" cy="871154"/>
                </a:xfrm>
                <a:custGeom>
                  <a:rect b="b" l="l" r="r" t="t"/>
                  <a:pathLst>
                    <a:path extrusionOk="0" h="2771" w="3230">
                      <a:moveTo>
                        <a:pt x="1839" y="109"/>
                      </a:moveTo>
                      <a:cubicBezTo>
                        <a:pt x="2491" y="109"/>
                        <a:pt x="3119" y="619"/>
                        <a:pt x="3119" y="1383"/>
                      </a:cubicBezTo>
                      <a:cubicBezTo>
                        <a:pt x="3119" y="2090"/>
                        <a:pt x="2555" y="2654"/>
                        <a:pt x="1848" y="2654"/>
                      </a:cubicBezTo>
                      <a:cubicBezTo>
                        <a:pt x="720" y="2654"/>
                        <a:pt x="145" y="1283"/>
                        <a:pt x="952" y="487"/>
                      </a:cubicBezTo>
                      <a:cubicBezTo>
                        <a:pt x="1209" y="226"/>
                        <a:pt x="1527" y="109"/>
                        <a:pt x="1839" y="109"/>
                      </a:cubicBezTo>
                      <a:close/>
                      <a:moveTo>
                        <a:pt x="1848" y="0"/>
                      </a:moveTo>
                      <a:cubicBezTo>
                        <a:pt x="620" y="0"/>
                        <a:pt x="1" y="1493"/>
                        <a:pt x="874" y="2367"/>
                      </a:cubicBezTo>
                      <a:cubicBezTo>
                        <a:pt x="1153" y="2645"/>
                        <a:pt x="1497" y="2770"/>
                        <a:pt x="1836" y="2770"/>
                      </a:cubicBezTo>
                      <a:cubicBezTo>
                        <a:pt x="2546" y="2770"/>
                        <a:pt x="3230" y="2221"/>
                        <a:pt x="3230" y="1383"/>
                      </a:cubicBezTo>
                      <a:cubicBezTo>
                        <a:pt x="3230" y="620"/>
                        <a:pt x="2610" y="0"/>
                        <a:pt x="18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6" name="Google Shape;486;p4"/>
                <p:cNvSpPr/>
                <p:nvPr/>
              </p:nvSpPr>
              <p:spPr>
                <a:xfrm>
                  <a:off x="413639" y="2656011"/>
                  <a:ext cx="142731" cy="212523"/>
                </a:xfrm>
                <a:custGeom>
                  <a:rect b="b" l="l" r="r" t="t"/>
                  <a:pathLst>
                    <a:path extrusionOk="0" h="676" w="454">
                      <a:moveTo>
                        <a:pt x="243" y="1"/>
                      </a:moveTo>
                      <a:cubicBezTo>
                        <a:pt x="210" y="1"/>
                        <a:pt x="177" y="12"/>
                        <a:pt x="144" y="12"/>
                      </a:cubicBezTo>
                      <a:cubicBezTo>
                        <a:pt x="122" y="23"/>
                        <a:pt x="100" y="34"/>
                        <a:pt x="78" y="56"/>
                      </a:cubicBezTo>
                      <a:cubicBezTo>
                        <a:pt x="56" y="78"/>
                        <a:pt x="44" y="100"/>
                        <a:pt x="33" y="122"/>
                      </a:cubicBezTo>
                      <a:cubicBezTo>
                        <a:pt x="22" y="145"/>
                        <a:pt x="11" y="178"/>
                        <a:pt x="11" y="200"/>
                      </a:cubicBezTo>
                      <a:cubicBezTo>
                        <a:pt x="11" y="233"/>
                        <a:pt x="22" y="255"/>
                        <a:pt x="22" y="277"/>
                      </a:cubicBezTo>
                      <a:cubicBezTo>
                        <a:pt x="33" y="288"/>
                        <a:pt x="44" y="310"/>
                        <a:pt x="56" y="321"/>
                      </a:cubicBezTo>
                      <a:cubicBezTo>
                        <a:pt x="67" y="344"/>
                        <a:pt x="89" y="355"/>
                        <a:pt x="100" y="366"/>
                      </a:cubicBezTo>
                      <a:cubicBezTo>
                        <a:pt x="122" y="377"/>
                        <a:pt x="144" y="388"/>
                        <a:pt x="166" y="388"/>
                      </a:cubicBezTo>
                      <a:lnTo>
                        <a:pt x="210" y="410"/>
                      </a:lnTo>
                      <a:lnTo>
                        <a:pt x="232" y="421"/>
                      </a:lnTo>
                      <a:lnTo>
                        <a:pt x="255" y="432"/>
                      </a:lnTo>
                      <a:cubicBezTo>
                        <a:pt x="266" y="432"/>
                        <a:pt x="277" y="443"/>
                        <a:pt x="277" y="443"/>
                      </a:cubicBezTo>
                      <a:cubicBezTo>
                        <a:pt x="277" y="454"/>
                        <a:pt x="277" y="465"/>
                        <a:pt x="277" y="476"/>
                      </a:cubicBezTo>
                      <a:cubicBezTo>
                        <a:pt x="277" y="487"/>
                        <a:pt x="277" y="509"/>
                        <a:pt x="255" y="520"/>
                      </a:cubicBezTo>
                      <a:cubicBezTo>
                        <a:pt x="232" y="532"/>
                        <a:pt x="210" y="532"/>
                        <a:pt x="177" y="532"/>
                      </a:cubicBezTo>
                      <a:cubicBezTo>
                        <a:pt x="133" y="532"/>
                        <a:pt x="78" y="520"/>
                        <a:pt x="33" y="498"/>
                      </a:cubicBezTo>
                      <a:cubicBezTo>
                        <a:pt x="22" y="520"/>
                        <a:pt x="11" y="543"/>
                        <a:pt x="11" y="576"/>
                      </a:cubicBezTo>
                      <a:cubicBezTo>
                        <a:pt x="11" y="598"/>
                        <a:pt x="0" y="620"/>
                        <a:pt x="0" y="642"/>
                      </a:cubicBezTo>
                      <a:cubicBezTo>
                        <a:pt x="33" y="653"/>
                        <a:pt x="67" y="664"/>
                        <a:pt x="100" y="664"/>
                      </a:cubicBezTo>
                      <a:cubicBezTo>
                        <a:pt x="122" y="675"/>
                        <a:pt x="155" y="675"/>
                        <a:pt x="199" y="675"/>
                      </a:cubicBezTo>
                      <a:cubicBezTo>
                        <a:pt x="232" y="675"/>
                        <a:pt x="266" y="675"/>
                        <a:pt x="299" y="664"/>
                      </a:cubicBezTo>
                      <a:cubicBezTo>
                        <a:pt x="332" y="653"/>
                        <a:pt x="365" y="642"/>
                        <a:pt x="387" y="620"/>
                      </a:cubicBezTo>
                      <a:cubicBezTo>
                        <a:pt x="409" y="598"/>
                        <a:pt x="420" y="576"/>
                        <a:pt x="431" y="554"/>
                      </a:cubicBezTo>
                      <a:cubicBezTo>
                        <a:pt x="443" y="520"/>
                        <a:pt x="454" y="498"/>
                        <a:pt x="454" y="465"/>
                      </a:cubicBezTo>
                      <a:cubicBezTo>
                        <a:pt x="454" y="443"/>
                        <a:pt x="443" y="410"/>
                        <a:pt x="443" y="388"/>
                      </a:cubicBezTo>
                      <a:cubicBezTo>
                        <a:pt x="431" y="366"/>
                        <a:pt x="420" y="355"/>
                        <a:pt x="409" y="332"/>
                      </a:cubicBezTo>
                      <a:cubicBezTo>
                        <a:pt x="387" y="321"/>
                        <a:pt x="376" y="310"/>
                        <a:pt x="354" y="299"/>
                      </a:cubicBezTo>
                      <a:cubicBezTo>
                        <a:pt x="332" y="288"/>
                        <a:pt x="310" y="277"/>
                        <a:pt x="288" y="266"/>
                      </a:cubicBezTo>
                      <a:lnTo>
                        <a:pt x="243" y="244"/>
                      </a:lnTo>
                      <a:cubicBezTo>
                        <a:pt x="232" y="244"/>
                        <a:pt x="210" y="233"/>
                        <a:pt x="199" y="233"/>
                      </a:cubicBezTo>
                      <a:cubicBezTo>
                        <a:pt x="188" y="222"/>
                        <a:pt x="188" y="200"/>
                        <a:pt x="188" y="189"/>
                      </a:cubicBezTo>
                      <a:cubicBezTo>
                        <a:pt x="177" y="178"/>
                        <a:pt x="177" y="167"/>
                        <a:pt x="188" y="167"/>
                      </a:cubicBezTo>
                      <a:cubicBezTo>
                        <a:pt x="188" y="156"/>
                        <a:pt x="199" y="145"/>
                        <a:pt x="199" y="145"/>
                      </a:cubicBezTo>
                      <a:cubicBezTo>
                        <a:pt x="210" y="145"/>
                        <a:pt x="221" y="133"/>
                        <a:pt x="221" y="133"/>
                      </a:cubicBezTo>
                      <a:lnTo>
                        <a:pt x="255" y="133"/>
                      </a:lnTo>
                      <a:cubicBezTo>
                        <a:pt x="277" y="133"/>
                        <a:pt x="310" y="145"/>
                        <a:pt x="332" y="145"/>
                      </a:cubicBezTo>
                      <a:lnTo>
                        <a:pt x="387" y="167"/>
                      </a:lnTo>
                      <a:cubicBezTo>
                        <a:pt x="398" y="145"/>
                        <a:pt x="409" y="122"/>
                        <a:pt x="409" y="100"/>
                      </a:cubicBezTo>
                      <a:cubicBezTo>
                        <a:pt x="420" y="78"/>
                        <a:pt x="420" y="56"/>
                        <a:pt x="420" y="45"/>
                      </a:cubicBezTo>
                      <a:cubicBezTo>
                        <a:pt x="398" y="23"/>
                        <a:pt x="365" y="23"/>
                        <a:pt x="332" y="12"/>
                      </a:cubicBezTo>
                      <a:cubicBezTo>
                        <a:pt x="299" y="12"/>
                        <a:pt x="277" y="1"/>
                        <a:pt x="243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" name="Google Shape;487;p4"/>
                <p:cNvSpPr/>
                <p:nvPr/>
              </p:nvSpPr>
              <p:spPr>
                <a:xfrm>
                  <a:off x="562971" y="2659469"/>
                  <a:ext cx="149962" cy="209064"/>
                </a:xfrm>
                <a:custGeom>
                  <a:rect b="b" l="l" r="r" t="t"/>
                  <a:pathLst>
                    <a:path extrusionOk="0" h="665" w="477">
                      <a:moveTo>
                        <a:pt x="12" y="1"/>
                      </a:moveTo>
                      <a:cubicBezTo>
                        <a:pt x="12" y="23"/>
                        <a:pt x="1" y="45"/>
                        <a:pt x="1" y="78"/>
                      </a:cubicBezTo>
                      <a:cubicBezTo>
                        <a:pt x="1" y="100"/>
                        <a:pt x="12" y="122"/>
                        <a:pt x="12" y="145"/>
                      </a:cubicBezTo>
                      <a:lnTo>
                        <a:pt x="167" y="145"/>
                      </a:lnTo>
                      <a:lnTo>
                        <a:pt x="167" y="653"/>
                      </a:lnTo>
                      <a:cubicBezTo>
                        <a:pt x="200" y="653"/>
                        <a:pt x="222" y="664"/>
                        <a:pt x="255" y="664"/>
                      </a:cubicBezTo>
                      <a:cubicBezTo>
                        <a:pt x="277" y="664"/>
                        <a:pt x="310" y="653"/>
                        <a:pt x="332" y="653"/>
                      </a:cubicBezTo>
                      <a:lnTo>
                        <a:pt x="332" y="145"/>
                      </a:lnTo>
                      <a:lnTo>
                        <a:pt x="476" y="145"/>
                      </a:lnTo>
                      <a:cubicBezTo>
                        <a:pt x="476" y="122"/>
                        <a:pt x="476" y="100"/>
                        <a:pt x="476" y="78"/>
                      </a:cubicBezTo>
                      <a:cubicBezTo>
                        <a:pt x="476" y="67"/>
                        <a:pt x="476" y="45"/>
                        <a:pt x="476" y="45"/>
                      </a:cubicBezTo>
                      <a:lnTo>
                        <a:pt x="476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8" name="Google Shape;488;p4"/>
                <p:cNvSpPr/>
                <p:nvPr/>
              </p:nvSpPr>
              <p:spPr>
                <a:xfrm>
                  <a:off x="722993" y="2655068"/>
                  <a:ext cx="181086" cy="214409"/>
                </a:xfrm>
                <a:custGeom>
                  <a:rect b="b" l="l" r="r" t="t"/>
                  <a:pathLst>
                    <a:path extrusionOk="0" h="682" w="576">
                      <a:moveTo>
                        <a:pt x="288" y="148"/>
                      </a:moveTo>
                      <a:cubicBezTo>
                        <a:pt x="365" y="148"/>
                        <a:pt x="398" y="203"/>
                        <a:pt x="398" y="347"/>
                      </a:cubicBezTo>
                      <a:cubicBezTo>
                        <a:pt x="398" y="479"/>
                        <a:pt x="365" y="546"/>
                        <a:pt x="288" y="546"/>
                      </a:cubicBezTo>
                      <a:cubicBezTo>
                        <a:pt x="244" y="546"/>
                        <a:pt x="210" y="523"/>
                        <a:pt x="199" y="490"/>
                      </a:cubicBezTo>
                      <a:cubicBezTo>
                        <a:pt x="177" y="446"/>
                        <a:pt x="166" y="391"/>
                        <a:pt x="166" y="347"/>
                      </a:cubicBezTo>
                      <a:cubicBezTo>
                        <a:pt x="166" y="214"/>
                        <a:pt x="210" y="148"/>
                        <a:pt x="288" y="148"/>
                      </a:cubicBezTo>
                      <a:close/>
                      <a:moveTo>
                        <a:pt x="286" y="1"/>
                      </a:moveTo>
                      <a:cubicBezTo>
                        <a:pt x="244" y="1"/>
                        <a:pt x="199" y="9"/>
                        <a:pt x="155" y="26"/>
                      </a:cubicBezTo>
                      <a:cubicBezTo>
                        <a:pt x="122" y="48"/>
                        <a:pt x="89" y="70"/>
                        <a:pt x="67" y="103"/>
                      </a:cubicBezTo>
                      <a:cubicBezTo>
                        <a:pt x="45" y="125"/>
                        <a:pt x="22" y="170"/>
                        <a:pt x="11" y="203"/>
                      </a:cubicBezTo>
                      <a:cubicBezTo>
                        <a:pt x="0" y="247"/>
                        <a:pt x="0" y="302"/>
                        <a:pt x="0" y="347"/>
                      </a:cubicBezTo>
                      <a:cubicBezTo>
                        <a:pt x="0" y="391"/>
                        <a:pt x="0" y="435"/>
                        <a:pt x="11" y="479"/>
                      </a:cubicBezTo>
                      <a:cubicBezTo>
                        <a:pt x="22" y="523"/>
                        <a:pt x="45" y="557"/>
                        <a:pt x="67" y="590"/>
                      </a:cubicBezTo>
                      <a:cubicBezTo>
                        <a:pt x="89" y="623"/>
                        <a:pt x="122" y="645"/>
                        <a:pt x="155" y="656"/>
                      </a:cubicBezTo>
                      <a:cubicBezTo>
                        <a:pt x="199" y="673"/>
                        <a:pt x="244" y="681"/>
                        <a:pt x="286" y="681"/>
                      </a:cubicBezTo>
                      <a:cubicBezTo>
                        <a:pt x="329" y="681"/>
                        <a:pt x="371" y="673"/>
                        <a:pt x="409" y="656"/>
                      </a:cubicBezTo>
                      <a:cubicBezTo>
                        <a:pt x="454" y="645"/>
                        <a:pt x="476" y="623"/>
                        <a:pt x="498" y="590"/>
                      </a:cubicBezTo>
                      <a:cubicBezTo>
                        <a:pt x="531" y="557"/>
                        <a:pt x="542" y="523"/>
                        <a:pt x="553" y="479"/>
                      </a:cubicBezTo>
                      <a:cubicBezTo>
                        <a:pt x="564" y="435"/>
                        <a:pt x="575" y="391"/>
                        <a:pt x="575" y="347"/>
                      </a:cubicBezTo>
                      <a:cubicBezTo>
                        <a:pt x="575" y="302"/>
                        <a:pt x="564" y="247"/>
                        <a:pt x="553" y="203"/>
                      </a:cubicBezTo>
                      <a:cubicBezTo>
                        <a:pt x="542" y="170"/>
                        <a:pt x="531" y="125"/>
                        <a:pt x="498" y="103"/>
                      </a:cubicBezTo>
                      <a:cubicBezTo>
                        <a:pt x="476" y="70"/>
                        <a:pt x="454" y="48"/>
                        <a:pt x="409" y="26"/>
                      </a:cubicBezTo>
                      <a:cubicBezTo>
                        <a:pt x="371" y="9"/>
                        <a:pt x="329" y="1"/>
                        <a:pt x="286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9" name="Google Shape;489;p4"/>
                <p:cNvSpPr/>
                <p:nvPr/>
              </p:nvSpPr>
              <p:spPr>
                <a:xfrm>
                  <a:off x="931430" y="2659469"/>
                  <a:ext cx="143045" cy="212523"/>
                </a:xfrm>
                <a:custGeom>
                  <a:rect b="b" l="l" r="r" t="t"/>
                  <a:pathLst>
                    <a:path extrusionOk="0" h="676" w="455">
                      <a:moveTo>
                        <a:pt x="233" y="134"/>
                      </a:moveTo>
                      <a:cubicBezTo>
                        <a:pt x="244" y="134"/>
                        <a:pt x="255" y="145"/>
                        <a:pt x="266" y="145"/>
                      </a:cubicBezTo>
                      <a:cubicBezTo>
                        <a:pt x="277" y="156"/>
                        <a:pt x="277" y="167"/>
                        <a:pt x="288" y="178"/>
                      </a:cubicBezTo>
                      <a:cubicBezTo>
                        <a:pt x="288" y="189"/>
                        <a:pt x="288" y="211"/>
                        <a:pt x="288" y="222"/>
                      </a:cubicBezTo>
                      <a:cubicBezTo>
                        <a:pt x="288" y="271"/>
                        <a:pt x="253" y="312"/>
                        <a:pt x="214" y="312"/>
                      </a:cubicBezTo>
                      <a:cubicBezTo>
                        <a:pt x="209" y="312"/>
                        <a:pt x="204" y="312"/>
                        <a:pt x="200" y="310"/>
                      </a:cubicBezTo>
                      <a:lnTo>
                        <a:pt x="156" y="310"/>
                      </a:lnTo>
                      <a:lnTo>
                        <a:pt x="167" y="134"/>
                      </a:lnTo>
                      <a:close/>
                      <a:moveTo>
                        <a:pt x="67" y="1"/>
                      </a:moveTo>
                      <a:lnTo>
                        <a:pt x="1" y="12"/>
                      </a:lnTo>
                      <a:lnTo>
                        <a:pt x="1" y="664"/>
                      </a:lnTo>
                      <a:cubicBezTo>
                        <a:pt x="23" y="664"/>
                        <a:pt x="45" y="675"/>
                        <a:pt x="78" y="675"/>
                      </a:cubicBezTo>
                      <a:lnTo>
                        <a:pt x="111" y="675"/>
                      </a:lnTo>
                      <a:cubicBezTo>
                        <a:pt x="122" y="675"/>
                        <a:pt x="145" y="664"/>
                        <a:pt x="156" y="664"/>
                      </a:cubicBezTo>
                      <a:lnTo>
                        <a:pt x="156" y="454"/>
                      </a:lnTo>
                      <a:lnTo>
                        <a:pt x="211" y="454"/>
                      </a:lnTo>
                      <a:cubicBezTo>
                        <a:pt x="244" y="454"/>
                        <a:pt x="266" y="454"/>
                        <a:pt x="299" y="443"/>
                      </a:cubicBezTo>
                      <a:cubicBezTo>
                        <a:pt x="321" y="432"/>
                        <a:pt x="355" y="421"/>
                        <a:pt x="377" y="410"/>
                      </a:cubicBezTo>
                      <a:cubicBezTo>
                        <a:pt x="399" y="388"/>
                        <a:pt x="410" y="366"/>
                        <a:pt x="421" y="344"/>
                      </a:cubicBezTo>
                      <a:cubicBezTo>
                        <a:pt x="454" y="266"/>
                        <a:pt x="454" y="189"/>
                        <a:pt x="421" y="111"/>
                      </a:cubicBezTo>
                      <a:cubicBezTo>
                        <a:pt x="410" y="89"/>
                        <a:pt x="388" y="56"/>
                        <a:pt x="355" y="45"/>
                      </a:cubicBezTo>
                      <a:cubicBezTo>
                        <a:pt x="333" y="23"/>
                        <a:pt x="299" y="12"/>
                        <a:pt x="266" y="12"/>
                      </a:cubicBezTo>
                      <a:cubicBezTo>
                        <a:pt x="233" y="1"/>
                        <a:pt x="211" y="1"/>
                        <a:pt x="17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oogle Shape;494;p5"/>
          <p:cNvGrpSpPr/>
          <p:nvPr/>
        </p:nvGrpSpPr>
        <p:grpSpPr>
          <a:xfrm>
            <a:off x="0" y="9545298"/>
            <a:ext cx="18287946" cy="741702"/>
            <a:chOff x="0" y="-38100"/>
            <a:chExt cx="3236027" cy="200987"/>
          </a:xfrm>
        </p:grpSpPr>
        <p:sp>
          <p:nvSpPr>
            <p:cNvPr id="495" name="Google Shape;495;p5"/>
            <p:cNvSpPr/>
            <p:nvPr/>
          </p:nvSpPr>
          <p:spPr>
            <a:xfrm>
              <a:off x="0" y="0"/>
              <a:ext cx="3236027" cy="162887"/>
            </a:xfrm>
            <a:custGeom>
              <a:rect b="b" l="l" r="r" t="t"/>
              <a:pathLst>
                <a:path extrusionOk="0" h="162887" w="3236027">
                  <a:moveTo>
                    <a:pt x="0" y="0"/>
                  </a:moveTo>
                  <a:lnTo>
                    <a:pt x="3236027" y="0"/>
                  </a:lnTo>
                  <a:lnTo>
                    <a:pt x="3236027" y="162887"/>
                  </a:lnTo>
                  <a:lnTo>
                    <a:pt x="0" y="162887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496" name="Google Shape;496;p5"/>
            <p:cNvSpPr txBox="1"/>
            <p:nvPr/>
          </p:nvSpPr>
          <p:spPr>
            <a:xfrm>
              <a:off x="0" y="-38100"/>
              <a:ext cx="3236027" cy="200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7" name="Google Shape;497;p5"/>
          <p:cNvSpPr txBox="1"/>
          <p:nvPr/>
        </p:nvSpPr>
        <p:spPr>
          <a:xfrm>
            <a:off x="4398476" y="1295125"/>
            <a:ext cx="837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Metodologia Ágil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"/>
          <p:cNvSpPr/>
          <p:nvPr/>
        </p:nvSpPr>
        <p:spPr>
          <a:xfrm>
            <a:off x="10158717" y="6833285"/>
            <a:ext cx="292170" cy="292170"/>
          </a:xfrm>
          <a:custGeom>
            <a:rect b="b" l="l" r="r" t="t"/>
            <a:pathLst>
              <a:path extrusionOk="0" h="292170" w="292170">
                <a:moveTo>
                  <a:pt x="0" y="0"/>
                </a:moveTo>
                <a:lnTo>
                  <a:pt x="292170" y="0"/>
                </a:lnTo>
                <a:lnTo>
                  <a:pt x="292170" y="292170"/>
                </a:lnTo>
                <a:lnTo>
                  <a:pt x="0" y="292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9" name="Google Shape;499;p5"/>
          <p:cNvSpPr/>
          <p:nvPr/>
        </p:nvSpPr>
        <p:spPr>
          <a:xfrm>
            <a:off x="10158717" y="7860650"/>
            <a:ext cx="292170" cy="292170"/>
          </a:xfrm>
          <a:custGeom>
            <a:rect b="b" l="l" r="r" t="t"/>
            <a:pathLst>
              <a:path extrusionOk="0" h="292170" w="292170">
                <a:moveTo>
                  <a:pt x="0" y="0"/>
                </a:moveTo>
                <a:lnTo>
                  <a:pt x="292170" y="0"/>
                </a:lnTo>
                <a:lnTo>
                  <a:pt x="292170" y="292170"/>
                </a:lnTo>
                <a:lnTo>
                  <a:pt x="0" y="292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0" name="Google Shape;500;p5"/>
          <p:cNvSpPr/>
          <p:nvPr/>
        </p:nvSpPr>
        <p:spPr>
          <a:xfrm>
            <a:off x="826150" y="-754654"/>
            <a:ext cx="3301969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1" name="Google Shape;501;p5"/>
          <p:cNvSpPr/>
          <p:nvPr/>
        </p:nvSpPr>
        <p:spPr>
          <a:xfrm>
            <a:off x="13701592" y="-547833"/>
            <a:ext cx="3744147" cy="2888342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2" name="Google Shape;502;p5"/>
          <p:cNvSpPr txBox="1"/>
          <p:nvPr/>
        </p:nvSpPr>
        <p:spPr>
          <a:xfrm>
            <a:off x="4178431" y="2245694"/>
            <a:ext cx="8370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3200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¿ </a:t>
            </a:r>
            <a:r>
              <a:rPr b="0" i="0" lang="en-US" sz="3300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Por qué </a:t>
            </a:r>
            <a:r>
              <a:rPr b="0" i="0" lang="en-US" sz="3200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?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3" name="Google Shape;503;p5"/>
          <p:cNvGrpSpPr/>
          <p:nvPr/>
        </p:nvGrpSpPr>
        <p:grpSpPr>
          <a:xfrm>
            <a:off x="4571998" y="1360661"/>
            <a:ext cx="606735" cy="607814"/>
            <a:chOff x="-48233050" y="3569725"/>
            <a:chExt cx="252050" cy="299475"/>
          </a:xfrm>
        </p:grpSpPr>
        <p:sp>
          <p:nvSpPr>
            <p:cNvPr id="504" name="Google Shape;504;p5"/>
            <p:cNvSpPr/>
            <p:nvPr/>
          </p:nvSpPr>
          <p:spPr>
            <a:xfrm>
              <a:off x="-48233050" y="3569725"/>
              <a:ext cx="252050" cy="299475"/>
            </a:xfrm>
            <a:custGeom>
              <a:rect b="b" l="l" r="r" t="t"/>
              <a:pathLst>
                <a:path extrusionOk="0" h="11979" w="10082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2600" lIns="102600" spcFirstLastPara="1" rIns="102600" wrap="square" tIns="10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1"/>
                <a:buFont typeface="Arial"/>
                <a:buNone/>
              </a:pPr>
              <a:r>
                <a:t/>
              </a:r>
              <a:endParaRPr b="0" i="0" sz="1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-48170050" y="3622650"/>
              <a:ext cx="100050" cy="103225"/>
            </a:xfrm>
            <a:custGeom>
              <a:rect b="b" l="l" r="r" t="t"/>
              <a:pathLst>
                <a:path extrusionOk="0" h="4129" w="4002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2600" lIns="102600" spcFirstLastPara="1" rIns="102600" wrap="square" tIns="10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1"/>
                <a:buFont typeface="Arial"/>
                <a:buNone/>
              </a:pPr>
              <a:r>
                <a:t/>
              </a:r>
              <a:endParaRPr b="0" i="0" sz="1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-48129100" y="366520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2600" lIns="102600" spcFirstLastPara="1" rIns="102600" wrap="square" tIns="10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1"/>
                <a:buFont typeface="Arial"/>
                <a:buNone/>
              </a:pPr>
              <a:r>
                <a:t/>
              </a:r>
              <a:endParaRPr b="0" i="0" sz="1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7" name="Google Shape;507;p5"/>
          <p:cNvSpPr txBox="1"/>
          <p:nvPr/>
        </p:nvSpPr>
        <p:spPr>
          <a:xfrm>
            <a:off x="3358101" y="3735888"/>
            <a:ext cx="11067453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adaptarnos a cambios durante el desarrollo del proyecto.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 la entrega de avances visibles en cada iteración.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Ayuda a identificar problemas a tiempo y corregirlos rápido.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 la organización y control del tiempo, evitando retrasos.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8" name="Google Shape;508;p5"/>
          <p:cNvGrpSpPr/>
          <p:nvPr/>
        </p:nvGrpSpPr>
        <p:grpSpPr>
          <a:xfrm>
            <a:off x="17445738" y="-361461"/>
            <a:ext cx="842261" cy="11445375"/>
            <a:chOff x="0" y="-38100"/>
            <a:chExt cx="312987" cy="3014400"/>
          </a:xfrm>
        </p:grpSpPr>
        <p:sp>
          <p:nvSpPr>
            <p:cNvPr id="509" name="Google Shape;509;p5"/>
            <p:cNvSpPr/>
            <p:nvPr/>
          </p:nvSpPr>
          <p:spPr>
            <a:xfrm>
              <a:off x="0" y="0"/>
              <a:ext cx="312987" cy="2976155"/>
            </a:xfrm>
            <a:custGeom>
              <a:rect b="b" l="l" r="r" t="t"/>
              <a:pathLst>
                <a:path extrusionOk="0" h="2976155" w="312987">
                  <a:moveTo>
                    <a:pt x="0" y="0"/>
                  </a:moveTo>
                  <a:lnTo>
                    <a:pt x="312987" y="0"/>
                  </a:lnTo>
                  <a:lnTo>
                    <a:pt x="312987" y="2976155"/>
                  </a:lnTo>
                  <a:lnTo>
                    <a:pt x="0" y="2976155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510" name="Google Shape;510;p5"/>
            <p:cNvSpPr txBox="1"/>
            <p:nvPr/>
          </p:nvSpPr>
          <p:spPr>
            <a:xfrm>
              <a:off x="0" y="-38100"/>
              <a:ext cx="312900" cy="30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6"/>
          <p:cNvGrpSpPr/>
          <p:nvPr/>
        </p:nvGrpSpPr>
        <p:grpSpPr>
          <a:xfrm rot="5400000">
            <a:off x="12911301" y="4838821"/>
            <a:ext cx="10432829" cy="755196"/>
            <a:chOff x="0" y="-38100"/>
            <a:chExt cx="1239422" cy="4854693"/>
          </a:xfrm>
        </p:grpSpPr>
        <p:sp>
          <p:nvSpPr>
            <p:cNvPr id="516" name="Google Shape;516;p6"/>
            <p:cNvSpPr/>
            <p:nvPr/>
          </p:nvSpPr>
          <p:spPr>
            <a:xfrm>
              <a:off x="0" y="0"/>
              <a:ext cx="1239422" cy="4816592"/>
            </a:xfrm>
            <a:custGeom>
              <a:rect b="b" l="l" r="r" t="t"/>
              <a:pathLst>
                <a:path extrusionOk="0" h="4816592" w="1239422">
                  <a:moveTo>
                    <a:pt x="0" y="0"/>
                  </a:moveTo>
                  <a:lnTo>
                    <a:pt x="1239422" y="0"/>
                  </a:lnTo>
                  <a:lnTo>
                    <a:pt x="1239422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517" name="Google Shape;517;p6"/>
            <p:cNvSpPr txBox="1"/>
            <p:nvPr/>
          </p:nvSpPr>
          <p:spPr>
            <a:xfrm>
              <a:off x="0" y="-38100"/>
              <a:ext cx="1239422" cy="4854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6"/>
          <p:cNvSpPr/>
          <p:nvPr/>
        </p:nvSpPr>
        <p:spPr>
          <a:xfrm>
            <a:off x="809354" y="-869450"/>
            <a:ext cx="3301969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9" name="Google Shape;519;p6"/>
          <p:cNvSpPr/>
          <p:nvPr/>
        </p:nvSpPr>
        <p:spPr>
          <a:xfrm>
            <a:off x="14616511" y="-455822"/>
            <a:ext cx="3744147" cy="2888342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7" y="0"/>
                </a:lnTo>
                <a:lnTo>
                  <a:pt x="3744147" y="2888341"/>
                </a:lnTo>
                <a:lnTo>
                  <a:pt x="0" y="28883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0" name="Google Shape;520;p6"/>
          <p:cNvSpPr txBox="1"/>
          <p:nvPr/>
        </p:nvSpPr>
        <p:spPr>
          <a:xfrm>
            <a:off x="809350" y="1240225"/>
            <a:ext cx="1671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Arquitectura del software</a:t>
            </a:r>
            <a:endParaRPr b="0" i="0" sz="4800" u="none" cap="none" strike="noStrike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grpSp>
        <p:nvGrpSpPr>
          <p:cNvPr id="521" name="Google Shape;521;p6"/>
          <p:cNvGrpSpPr/>
          <p:nvPr/>
        </p:nvGrpSpPr>
        <p:grpSpPr>
          <a:xfrm>
            <a:off x="-1" y="9523649"/>
            <a:ext cx="18505316" cy="909183"/>
            <a:chOff x="0" y="-38100"/>
            <a:chExt cx="4138039" cy="246371"/>
          </a:xfrm>
        </p:grpSpPr>
        <p:sp>
          <p:nvSpPr>
            <p:cNvPr id="522" name="Google Shape;522;p6"/>
            <p:cNvSpPr/>
            <p:nvPr/>
          </p:nvSpPr>
          <p:spPr>
            <a:xfrm>
              <a:off x="0" y="0"/>
              <a:ext cx="4138039" cy="208271"/>
            </a:xfrm>
            <a:custGeom>
              <a:rect b="b" l="l" r="r" t="t"/>
              <a:pathLst>
                <a:path extrusionOk="0" h="208271" w="4138039">
                  <a:moveTo>
                    <a:pt x="0" y="0"/>
                  </a:moveTo>
                  <a:lnTo>
                    <a:pt x="4138039" y="0"/>
                  </a:lnTo>
                  <a:lnTo>
                    <a:pt x="4138039" y="208271"/>
                  </a:lnTo>
                  <a:lnTo>
                    <a:pt x="0" y="208271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523" name="Google Shape;523;p6"/>
            <p:cNvSpPr txBox="1"/>
            <p:nvPr/>
          </p:nvSpPr>
          <p:spPr>
            <a:xfrm>
              <a:off x="0" y="-38100"/>
              <a:ext cx="4138038" cy="2463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4" name="Google Shape;524;p6"/>
          <p:cNvGrpSpPr/>
          <p:nvPr/>
        </p:nvGrpSpPr>
        <p:grpSpPr>
          <a:xfrm>
            <a:off x="3647034" y="1369399"/>
            <a:ext cx="464290" cy="463029"/>
            <a:chOff x="-31455100" y="3909350"/>
            <a:chExt cx="294600" cy="293800"/>
          </a:xfrm>
        </p:grpSpPr>
        <p:sp>
          <p:nvSpPr>
            <p:cNvPr id="525" name="Google Shape;525;p6"/>
            <p:cNvSpPr/>
            <p:nvPr/>
          </p:nvSpPr>
          <p:spPr>
            <a:xfrm>
              <a:off x="-31455100" y="3909350"/>
              <a:ext cx="294600" cy="293800"/>
            </a:xfrm>
            <a:custGeom>
              <a:rect b="b" l="l" r="r" t="t"/>
              <a:pathLst>
                <a:path extrusionOk="0" h="11752" w="11784">
                  <a:moveTo>
                    <a:pt x="5199" y="1"/>
                  </a:moveTo>
                  <a:cubicBezTo>
                    <a:pt x="5042" y="1"/>
                    <a:pt x="4916" y="127"/>
                    <a:pt x="4884" y="284"/>
                  </a:cubicBezTo>
                  <a:lnTo>
                    <a:pt x="4727" y="883"/>
                  </a:lnTo>
                  <a:cubicBezTo>
                    <a:pt x="4191" y="977"/>
                    <a:pt x="3655" y="1229"/>
                    <a:pt x="3151" y="1513"/>
                  </a:cubicBezTo>
                  <a:lnTo>
                    <a:pt x="2647" y="1229"/>
                  </a:lnTo>
                  <a:cubicBezTo>
                    <a:pt x="2599" y="1205"/>
                    <a:pt x="2542" y="1195"/>
                    <a:pt x="2482" y="1195"/>
                  </a:cubicBezTo>
                  <a:cubicBezTo>
                    <a:pt x="2386" y="1195"/>
                    <a:pt x="2284" y="1222"/>
                    <a:pt x="2206" y="1261"/>
                  </a:cubicBezTo>
                  <a:lnTo>
                    <a:pt x="1261" y="2206"/>
                  </a:lnTo>
                  <a:cubicBezTo>
                    <a:pt x="1135" y="2332"/>
                    <a:pt x="1135" y="2490"/>
                    <a:pt x="1230" y="2647"/>
                  </a:cubicBezTo>
                  <a:lnTo>
                    <a:pt x="1513" y="3151"/>
                  </a:lnTo>
                  <a:cubicBezTo>
                    <a:pt x="1198" y="3624"/>
                    <a:pt x="978" y="4191"/>
                    <a:pt x="883" y="4726"/>
                  </a:cubicBezTo>
                  <a:lnTo>
                    <a:pt x="284" y="4884"/>
                  </a:lnTo>
                  <a:cubicBezTo>
                    <a:pt x="127" y="4947"/>
                    <a:pt x="1" y="5041"/>
                    <a:pt x="1" y="5199"/>
                  </a:cubicBezTo>
                  <a:lnTo>
                    <a:pt x="1" y="6585"/>
                  </a:lnTo>
                  <a:cubicBezTo>
                    <a:pt x="1" y="6743"/>
                    <a:pt x="127" y="6869"/>
                    <a:pt x="284" y="6900"/>
                  </a:cubicBezTo>
                  <a:lnTo>
                    <a:pt x="883" y="7058"/>
                  </a:lnTo>
                  <a:cubicBezTo>
                    <a:pt x="946" y="7404"/>
                    <a:pt x="1072" y="7782"/>
                    <a:pt x="1230" y="8129"/>
                  </a:cubicBezTo>
                  <a:cubicBezTo>
                    <a:pt x="1504" y="7854"/>
                    <a:pt x="2843" y="6486"/>
                    <a:pt x="2841" y="6486"/>
                  </a:cubicBezTo>
                  <a:lnTo>
                    <a:pt x="2841" y="6486"/>
                  </a:lnTo>
                  <a:cubicBezTo>
                    <a:pt x="2841" y="6486"/>
                    <a:pt x="2839" y="6488"/>
                    <a:pt x="2836" y="6491"/>
                  </a:cubicBezTo>
                  <a:cubicBezTo>
                    <a:pt x="2836" y="6459"/>
                    <a:pt x="2805" y="6050"/>
                    <a:pt x="2805" y="5955"/>
                  </a:cubicBezTo>
                  <a:cubicBezTo>
                    <a:pt x="2773" y="4222"/>
                    <a:pt x="4191" y="2836"/>
                    <a:pt x="5861" y="2836"/>
                  </a:cubicBezTo>
                  <a:cubicBezTo>
                    <a:pt x="7562" y="2836"/>
                    <a:pt x="8948" y="4222"/>
                    <a:pt x="8948" y="5924"/>
                  </a:cubicBezTo>
                  <a:cubicBezTo>
                    <a:pt x="8948" y="7499"/>
                    <a:pt x="7751" y="8822"/>
                    <a:pt x="6113" y="8948"/>
                  </a:cubicBezTo>
                  <a:cubicBezTo>
                    <a:pt x="6066" y="8948"/>
                    <a:pt x="5963" y="8956"/>
                    <a:pt x="5821" y="8956"/>
                  </a:cubicBezTo>
                  <a:cubicBezTo>
                    <a:pt x="5680" y="8956"/>
                    <a:pt x="5499" y="8948"/>
                    <a:pt x="5294" y="8917"/>
                  </a:cubicBezTo>
                  <a:lnTo>
                    <a:pt x="3655" y="10523"/>
                  </a:lnTo>
                  <a:cubicBezTo>
                    <a:pt x="4034" y="10681"/>
                    <a:pt x="4349" y="10807"/>
                    <a:pt x="4727" y="10870"/>
                  </a:cubicBezTo>
                  <a:lnTo>
                    <a:pt x="4884" y="11468"/>
                  </a:lnTo>
                  <a:cubicBezTo>
                    <a:pt x="4916" y="11626"/>
                    <a:pt x="5042" y="11752"/>
                    <a:pt x="5199" y="11752"/>
                  </a:cubicBezTo>
                  <a:lnTo>
                    <a:pt x="6585" y="11752"/>
                  </a:lnTo>
                  <a:cubicBezTo>
                    <a:pt x="6743" y="11752"/>
                    <a:pt x="6869" y="11626"/>
                    <a:pt x="6901" y="11468"/>
                  </a:cubicBezTo>
                  <a:lnTo>
                    <a:pt x="7058" y="10870"/>
                  </a:lnTo>
                  <a:cubicBezTo>
                    <a:pt x="7594" y="10775"/>
                    <a:pt x="8129" y="10523"/>
                    <a:pt x="8633" y="10240"/>
                  </a:cubicBezTo>
                  <a:lnTo>
                    <a:pt x="9137" y="10523"/>
                  </a:lnTo>
                  <a:cubicBezTo>
                    <a:pt x="9185" y="10547"/>
                    <a:pt x="9243" y="10558"/>
                    <a:pt x="9302" y="10558"/>
                  </a:cubicBezTo>
                  <a:cubicBezTo>
                    <a:pt x="9399" y="10558"/>
                    <a:pt x="9501" y="10531"/>
                    <a:pt x="9578" y="10492"/>
                  </a:cubicBezTo>
                  <a:lnTo>
                    <a:pt x="10524" y="9547"/>
                  </a:lnTo>
                  <a:cubicBezTo>
                    <a:pt x="10650" y="9421"/>
                    <a:pt x="10650" y="9263"/>
                    <a:pt x="10555" y="9106"/>
                  </a:cubicBezTo>
                  <a:lnTo>
                    <a:pt x="10303" y="8601"/>
                  </a:lnTo>
                  <a:cubicBezTo>
                    <a:pt x="10618" y="8129"/>
                    <a:pt x="10807" y="7562"/>
                    <a:pt x="10933" y="7026"/>
                  </a:cubicBezTo>
                  <a:lnTo>
                    <a:pt x="11500" y="6869"/>
                  </a:lnTo>
                  <a:cubicBezTo>
                    <a:pt x="11658" y="6806"/>
                    <a:pt x="11784" y="6711"/>
                    <a:pt x="11784" y="6554"/>
                  </a:cubicBezTo>
                  <a:lnTo>
                    <a:pt x="11784" y="5167"/>
                  </a:lnTo>
                  <a:cubicBezTo>
                    <a:pt x="11752" y="5041"/>
                    <a:pt x="11658" y="4915"/>
                    <a:pt x="11500" y="4884"/>
                  </a:cubicBezTo>
                  <a:lnTo>
                    <a:pt x="10902" y="4726"/>
                  </a:lnTo>
                  <a:cubicBezTo>
                    <a:pt x="10807" y="4191"/>
                    <a:pt x="10555" y="3687"/>
                    <a:pt x="10272" y="3151"/>
                  </a:cubicBezTo>
                  <a:lnTo>
                    <a:pt x="10555" y="2647"/>
                  </a:lnTo>
                  <a:cubicBezTo>
                    <a:pt x="10650" y="2521"/>
                    <a:pt x="10587" y="2332"/>
                    <a:pt x="10524" y="2206"/>
                  </a:cubicBezTo>
                  <a:lnTo>
                    <a:pt x="9578" y="1261"/>
                  </a:lnTo>
                  <a:cubicBezTo>
                    <a:pt x="9509" y="1209"/>
                    <a:pt x="9430" y="1185"/>
                    <a:pt x="9347" y="1185"/>
                  </a:cubicBezTo>
                  <a:cubicBezTo>
                    <a:pt x="9279" y="1185"/>
                    <a:pt x="9208" y="1201"/>
                    <a:pt x="9137" y="1229"/>
                  </a:cubicBezTo>
                  <a:lnTo>
                    <a:pt x="8633" y="1513"/>
                  </a:lnTo>
                  <a:cubicBezTo>
                    <a:pt x="8161" y="1198"/>
                    <a:pt x="7594" y="977"/>
                    <a:pt x="7058" y="883"/>
                  </a:cubicBezTo>
                  <a:lnTo>
                    <a:pt x="6901" y="284"/>
                  </a:lnTo>
                  <a:cubicBezTo>
                    <a:pt x="6869" y="127"/>
                    <a:pt x="6743" y="1"/>
                    <a:pt x="6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750" lIns="118750" spcFirstLastPara="1" rIns="118750" wrap="square" tIns="11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8"/>
                <a:buFont typeface="Arial"/>
                <a:buNone/>
              </a:pPr>
              <a:r>
                <a:t/>
              </a:r>
              <a:endParaRPr b="0" i="0" sz="18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-31455100" y="3997350"/>
              <a:ext cx="215050" cy="205025"/>
            </a:xfrm>
            <a:custGeom>
              <a:rect b="b" l="l" r="r" t="t"/>
              <a:pathLst>
                <a:path extrusionOk="0" h="8201" w="8602">
                  <a:moveTo>
                    <a:pt x="5939" y="0"/>
                  </a:moveTo>
                  <a:cubicBezTo>
                    <a:pt x="4729" y="0"/>
                    <a:pt x="3750" y="854"/>
                    <a:pt x="3561" y="1963"/>
                  </a:cubicBezTo>
                  <a:cubicBezTo>
                    <a:pt x="3466" y="2404"/>
                    <a:pt x="3498" y="2813"/>
                    <a:pt x="3624" y="3223"/>
                  </a:cubicBezTo>
                  <a:lnTo>
                    <a:pt x="410" y="6468"/>
                  </a:lnTo>
                  <a:cubicBezTo>
                    <a:pt x="1" y="6846"/>
                    <a:pt x="1" y="7507"/>
                    <a:pt x="410" y="7917"/>
                  </a:cubicBezTo>
                  <a:cubicBezTo>
                    <a:pt x="600" y="8106"/>
                    <a:pt x="852" y="8200"/>
                    <a:pt x="1111" y="8200"/>
                  </a:cubicBezTo>
                  <a:cubicBezTo>
                    <a:pt x="1371" y="8200"/>
                    <a:pt x="1639" y="8106"/>
                    <a:pt x="1860" y="7917"/>
                  </a:cubicBezTo>
                  <a:lnTo>
                    <a:pt x="5136" y="4640"/>
                  </a:lnTo>
                  <a:cubicBezTo>
                    <a:pt x="5388" y="4735"/>
                    <a:pt x="5664" y="4782"/>
                    <a:pt x="5947" y="4782"/>
                  </a:cubicBezTo>
                  <a:cubicBezTo>
                    <a:pt x="6231" y="4782"/>
                    <a:pt x="6522" y="4735"/>
                    <a:pt x="6806" y="4640"/>
                  </a:cubicBezTo>
                  <a:cubicBezTo>
                    <a:pt x="7846" y="4294"/>
                    <a:pt x="8602" y="3065"/>
                    <a:pt x="8224" y="1773"/>
                  </a:cubicBezTo>
                  <a:cubicBezTo>
                    <a:pt x="8192" y="1647"/>
                    <a:pt x="8129" y="1553"/>
                    <a:pt x="8003" y="1521"/>
                  </a:cubicBezTo>
                  <a:cubicBezTo>
                    <a:pt x="7972" y="1514"/>
                    <a:pt x="7942" y="1510"/>
                    <a:pt x="7914" y="1510"/>
                  </a:cubicBezTo>
                  <a:cubicBezTo>
                    <a:pt x="7830" y="1510"/>
                    <a:pt x="7759" y="1545"/>
                    <a:pt x="7688" y="1616"/>
                  </a:cubicBezTo>
                  <a:lnTo>
                    <a:pt x="6901" y="2404"/>
                  </a:lnTo>
                  <a:cubicBezTo>
                    <a:pt x="6759" y="2530"/>
                    <a:pt x="6578" y="2593"/>
                    <a:pt x="6400" y="2593"/>
                  </a:cubicBezTo>
                  <a:cubicBezTo>
                    <a:pt x="6223" y="2593"/>
                    <a:pt x="6050" y="2530"/>
                    <a:pt x="5924" y="2404"/>
                  </a:cubicBezTo>
                  <a:cubicBezTo>
                    <a:pt x="5640" y="2120"/>
                    <a:pt x="5640" y="1679"/>
                    <a:pt x="5924" y="1395"/>
                  </a:cubicBezTo>
                  <a:lnTo>
                    <a:pt x="6711" y="608"/>
                  </a:lnTo>
                  <a:cubicBezTo>
                    <a:pt x="6774" y="545"/>
                    <a:pt x="6806" y="419"/>
                    <a:pt x="6774" y="293"/>
                  </a:cubicBezTo>
                  <a:cubicBezTo>
                    <a:pt x="6743" y="198"/>
                    <a:pt x="6648" y="104"/>
                    <a:pt x="6554" y="72"/>
                  </a:cubicBezTo>
                  <a:cubicBezTo>
                    <a:pt x="6344" y="23"/>
                    <a:pt x="6139" y="0"/>
                    <a:pt x="5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750" lIns="118750" spcFirstLastPara="1" rIns="118750" wrap="square" tIns="11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8"/>
                <a:buFont typeface="Arial"/>
                <a:buNone/>
              </a:pPr>
              <a:r>
                <a:t/>
              </a:r>
              <a:endParaRPr b="0" i="0" sz="18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27" name="Google Shape;527;p6" title="Diagrama_CASOUSO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3525" y="2432525"/>
            <a:ext cx="7519050" cy="609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" name="Google Shape;532;g3a3fd261eba_0_2"/>
          <p:cNvGrpSpPr/>
          <p:nvPr/>
        </p:nvGrpSpPr>
        <p:grpSpPr>
          <a:xfrm rot="5400000">
            <a:off x="12911203" y="4838727"/>
            <a:ext cx="10432835" cy="755390"/>
            <a:chOff x="0" y="-38100"/>
            <a:chExt cx="1239422" cy="4854692"/>
          </a:xfrm>
        </p:grpSpPr>
        <p:sp>
          <p:nvSpPr>
            <p:cNvPr id="533" name="Google Shape;533;g3a3fd261eba_0_2"/>
            <p:cNvSpPr/>
            <p:nvPr/>
          </p:nvSpPr>
          <p:spPr>
            <a:xfrm>
              <a:off x="0" y="0"/>
              <a:ext cx="1239422" cy="4816592"/>
            </a:xfrm>
            <a:custGeom>
              <a:rect b="b" l="l" r="r" t="t"/>
              <a:pathLst>
                <a:path extrusionOk="0" h="4816592" w="1239422">
                  <a:moveTo>
                    <a:pt x="0" y="0"/>
                  </a:moveTo>
                  <a:lnTo>
                    <a:pt x="1239422" y="0"/>
                  </a:lnTo>
                  <a:lnTo>
                    <a:pt x="1239422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534" name="Google Shape;534;g3a3fd261eba_0_2"/>
            <p:cNvSpPr txBox="1"/>
            <p:nvPr/>
          </p:nvSpPr>
          <p:spPr>
            <a:xfrm>
              <a:off x="0" y="-38100"/>
              <a:ext cx="1239300" cy="48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5" name="Google Shape;535;g3a3fd261eba_0_2"/>
          <p:cNvSpPr/>
          <p:nvPr/>
        </p:nvSpPr>
        <p:spPr>
          <a:xfrm>
            <a:off x="809354" y="-869450"/>
            <a:ext cx="3301969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6" name="Google Shape;536;g3a3fd261eba_0_2"/>
          <p:cNvSpPr/>
          <p:nvPr/>
        </p:nvSpPr>
        <p:spPr>
          <a:xfrm>
            <a:off x="14616511" y="-455822"/>
            <a:ext cx="3744147" cy="2888342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7" y="0"/>
                </a:lnTo>
                <a:lnTo>
                  <a:pt x="3744147" y="2888341"/>
                </a:lnTo>
                <a:lnTo>
                  <a:pt x="0" y="28883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7" name="Google Shape;537;g3a3fd261eba_0_2"/>
          <p:cNvSpPr txBox="1"/>
          <p:nvPr/>
        </p:nvSpPr>
        <p:spPr>
          <a:xfrm>
            <a:off x="809350" y="1240225"/>
            <a:ext cx="1671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Matriz de riesgo</a:t>
            </a:r>
            <a:endParaRPr b="0" i="0" sz="4800" u="none" cap="none" strike="noStrike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grpSp>
        <p:nvGrpSpPr>
          <p:cNvPr id="538" name="Google Shape;538;g3a3fd261eba_0_2"/>
          <p:cNvGrpSpPr/>
          <p:nvPr/>
        </p:nvGrpSpPr>
        <p:grpSpPr>
          <a:xfrm>
            <a:off x="-1" y="9523649"/>
            <a:ext cx="18505310" cy="909183"/>
            <a:chOff x="0" y="-38100"/>
            <a:chExt cx="4138039" cy="246371"/>
          </a:xfrm>
        </p:grpSpPr>
        <p:sp>
          <p:nvSpPr>
            <p:cNvPr id="539" name="Google Shape;539;g3a3fd261eba_0_2"/>
            <p:cNvSpPr/>
            <p:nvPr/>
          </p:nvSpPr>
          <p:spPr>
            <a:xfrm>
              <a:off x="0" y="0"/>
              <a:ext cx="4138039" cy="208271"/>
            </a:xfrm>
            <a:custGeom>
              <a:rect b="b" l="l" r="r" t="t"/>
              <a:pathLst>
                <a:path extrusionOk="0" h="208271" w="4138039">
                  <a:moveTo>
                    <a:pt x="0" y="0"/>
                  </a:moveTo>
                  <a:lnTo>
                    <a:pt x="4138039" y="0"/>
                  </a:lnTo>
                  <a:lnTo>
                    <a:pt x="4138039" y="208271"/>
                  </a:lnTo>
                  <a:lnTo>
                    <a:pt x="0" y="208271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540" name="Google Shape;540;g3a3fd261eba_0_2"/>
            <p:cNvSpPr txBox="1"/>
            <p:nvPr/>
          </p:nvSpPr>
          <p:spPr>
            <a:xfrm>
              <a:off x="0" y="-38100"/>
              <a:ext cx="4137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1" name="Google Shape;541;g3a3fd261eba_0_2"/>
          <p:cNvGrpSpPr/>
          <p:nvPr/>
        </p:nvGrpSpPr>
        <p:grpSpPr>
          <a:xfrm>
            <a:off x="5472609" y="1378161"/>
            <a:ext cx="464290" cy="463029"/>
            <a:chOff x="-31455100" y="3909350"/>
            <a:chExt cx="294600" cy="293800"/>
          </a:xfrm>
        </p:grpSpPr>
        <p:sp>
          <p:nvSpPr>
            <p:cNvPr id="542" name="Google Shape;542;g3a3fd261eba_0_2"/>
            <p:cNvSpPr/>
            <p:nvPr/>
          </p:nvSpPr>
          <p:spPr>
            <a:xfrm>
              <a:off x="-31455100" y="3909350"/>
              <a:ext cx="294600" cy="293800"/>
            </a:xfrm>
            <a:custGeom>
              <a:rect b="b" l="l" r="r" t="t"/>
              <a:pathLst>
                <a:path extrusionOk="0" h="11752" w="11784">
                  <a:moveTo>
                    <a:pt x="5199" y="1"/>
                  </a:moveTo>
                  <a:cubicBezTo>
                    <a:pt x="5042" y="1"/>
                    <a:pt x="4916" y="127"/>
                    <a:pt x="4884" y="284"/>
                  </a:cubicBezTo>
                  <a:lnTo>
                    <a:pt x="4727" y="883"/>
                  </a:lnTo>
                  <a:cubicBezTo>
                    <a:pt x="4191" y="977"/>
                    <a:pt x="3655" y="1229"/>
                    <a:pt x="3151" y="1513"/>
                  </a:cubicBezTo>
                  <a:lnTo>
                    <a:pt x="2647" y="1229"/>
                  </a:lnTo>
                  <a:cubicBezTo>
                    <a:pt x="2599" y="1205"/>
                    <a:pt x="2542" y="1195"/>
                    <a:pt x="2482" y="1195"/>
                  </a:cubicBezTo>
                  <a:cubicBezTo>
                    <a:pt x="2386" y="1195"/>
                    <a:pt x="2284" y="1222"/>
                    <a:pt x="2206" y="1261"/>
                  </a:cubicBezTo>
                  <a:lnTo>
                    <a:pt x="1261" y="2206"/>
                  </a:lnTo>
                  <a:cubicBezTo>
                    <a:pt x="1135" y="2332"/>
                    <a:pt x="1135" y="2490"/>
                    <a:pt x="1230" y="2647"/>
                  </a:cubicBezTo>
                  <a:lnTo>
                    <a:pt x="1513" y="3151"/>
                  </a:lnTo>
                  <a:cubicBezTo>
                    <a:pt x="1198" y="3624"/>
                    <a:pt x="978" y="4191"/>
                    <a:pt x="883" y="4726"/>
                  </a:cubicBezTo>
                  <a:lnTo>
                    <a:pt x="284" y="4884"/>
                  </a:lnTo>
                  <a:cubicBezTo>
                    <a:pt x="127" y="4947"/>
                    <a:pt x="1" y="5041"/>
                    <a:pt x="1" y="5199"/>
                  </a:cubicBezTo>
                  <a:lnTo>
                    <a:pt x="1" y="6585"/>
                  </a:lnTo>
                  <a:cubicBezTo>
                    <a:pt x="1" y="6743"/>
                    <a:pt x="127" y="6869"/>
                    <a:pt x="284" y="6900"/>
                  </a:cubicBezTo>
                  <a:lnTo>
                    <a:pt x="883" y="7058"/>
                  </a:lnTo>
                  <a:cubicBezTo>
                    <a:pt x="946" y="7404"/>
                    <a:pt x="1072" y="7782"/>
                    <a:pt x="1230" y="8129"/>
                  </a:cubicBezTo>
                  <a:cubicBezTo>
                    <a:pt x="1504" y="7854"/>
                    <a:pt x="2843" y="6486"/>
                    <a:pt x="2841" y="6486"/>
                  </a:cubicBezTo>
                  <a:lnTo>
                    <a:pt x="2841" y="6486"/>
                  </a:lnTo>
                  <a:cubicBezTo>
                    <a:pt x="2841" y="6486"/>
                    <a:pt x="2839" y="6488"/>
                    <a:pt x="2836" y="6491"/>
                  </a:cubicBezTo>
                  <a:cubicBezTo>
                    <a:pt x="2836" y="6459"/>
                    <a:pt x="2805" y="6050"/>
                    <a:pt x="2805" y="5955"/>
                  </a:cubicBezTo>
                  <a:cubicBezTo>
                    <a:pt x="2773" y="4222"/>
                    <a:pt x="4191" y="2836"/>
                    <a:pt x="5861" y="2836"/>
                  </a:cubicBezTo>
                  <a:cubicBezTo>
                    <a:pt x="7562" y="2836"/>
                    <a:pt x="8948" y="4222"/>
                    <a:pt x="8948" y="5924"/>
                  </a:cubicBezTo>
                  <a:cubicBezTo>
                    <a:pt x="8948" y="7499"/>
                    <a:pt x="7751" y="8822"/>
                    <a:pt x="6113" y="8948"/>
                  </a:cubicBezTo>
                  <a:cubicBezTo>
                    <a:pt x="6066" y="8948"/>
                    <a:pt x="5963" y="8956"/>
                    <a:pt x="5821" y="8956"/>
                  </a:cubicBezTo>
                  <a:cubicBezTo>
                    <a:pt x="5680" y="8956"/>
                    <a:pt x="5499" y="8948"/>
                    <a:pt x="5294" y="8917"/>
                  </a:cubicBezTo>
                  <a:lnTo>
                    <a:pt x="3655" y="10523"/>
                  </a:lnTo>
                  <a:cubicBezTo>
                    <a:pt x="4034" y="10681"/>
                    <a:pt x="4349" y="10807"/>
                    <a:pt x="4727" y="10870"/>
                  </a:cubicBezTo>
                  <a:lnTo>
                    <a:pt x="4884" y="11468"/>
                  </a:lnTo>
                  <a:cubicBezTo>
                    <a:pt x="4916" y="11626"/>
                    <a:pt x="5042" y="11752"/>
                    <a:pt x="5199" y="11752"/>
                  </a:cubicBezTo>
                  <a:lnTo>
                    <a:pt x="6585" y="11752"/>
                  </a:lnTo>
                  <a:cubicBezTo>
                    <a:pt x="6743" y="11752"/>
                    <a:pt x="6869" y="11626"/>
                    <a:pt x="6901" y="11468"/>
                  </a:cubicBezTo>
                  <a:lnTo>
                    <a:pt x="7058" y="10870"/>
                  </a:lnTo>
                  <a:cubicBezTo>
                    <a:pt x="7594" y="10775"/>
                    <a:pt x="8129" y="10523"/>
                    <a:pt x="8633" y="10240"/>
                  </a:cubicBezTo>
                  <a:lnTo>
                    <a:pt x="9137" y="10523"/>
                  </a:lnTo>
                  <a:cubicBezTo>
                    <a:pt x="9185" y="10547"/>
                    <a:pt x="9243" y="10558"/>
                    <a:pt x="9302" y="10558"/>
                  </a:cubicBezTo>
                  <a:cubicBezTo>
                    <a:pt x="9399" y="10558"/>
                    <a:pt x="9501" y="10531"/>
                    <a:pt x="9578" y="10492"/>
                  </a:cubicBezTo>
                  <a:lnTo>
                    <a:pt x="10524" y="9547"/>
                  </a:lnTo>
                  <a:cubicBezTo>
                    <a:pt x="10650" y="9421"/>
                    <a:pt x="10650" y="9263"/>
                    <a:pt x="10555" y="9106"/>
                  </a:cubicBezTo>
                  <a:lnTo>
                    <a:pt x="10303" y="8601"/>
                  </a:lnTo>
                  <a:cubicBezTo>
                    <a:pt x="10618" y="8129"/>
                    <a:pt x="10807" y="7562"/>
                    <a:pt x="10933" y="7026"/>
                  </a:cubicBezTo>
                  <a:lnTo>
                    <a:pt x="11500" y="6869"/>
                  </a:lnTo>
                  <a:cubicBezTo>
                    <a:pt x="11658" y="6806"/>
                    <a:pt x="11784" y="6711"/>
                    <a:pt x="11784" y="6554"/>
                  </a:cubicBezTo>
                  <a:lnTo>
                    <a:pt x="11784" y="5167"/>
                  </a:lnTo>
                  <a:cubicBezTo>
                    <a:pt x="11752" y="5041"/>
                    <a:pt x="11658" y="4915"/>
                    <a:pt x="11500" y="4884"/>
                  </a:cubicBezTo>
                  <a:lnTo>
                    <a:pt x="10902" y="4726"/>
                  </a:lnTo>
                  <a:cubicBezTo>
                    <a:pt x="10807" y="4191"/>
                    <a:pt x="10555" y="3687"/>
                    <a:pt x="10272" y="3151"/>
                  </a:cubicBezTo>
                  <a:lnTo>
                    <a:pt x="10555" y="2647"/>
                  </a:lnTo>
                  <a:cubicBezTo>
                    <a:pt x="10650" y="2521"/>
                    <a:pt x="10587" y="2332"/>
                    <a:pt x="10524" y="2206"/>
                  </a:cubicBezTo>
                  <a:lnTo>
                    <a:pt x="9578" y="1261"/>
                  </a:lnTo>
                  <a:cubicBezTo>
                    <a:pt x="9509" y="1209"/>
                    <a:pt x="9430" y="1185"/>
                    <a:pt x="9347" y="1185"/>
                  </a:cubicBezTo>
                  <a:cubicBezTo>
                    <a:pt x="9279" y="1185"/>
                    <a:pt x="9208" y="1201"/>
                    <a:pt x="9137" y="1229"/>
                  </a:cubicBezTo>
                  <a:lnTo>
                    <a:pt x="8633" y="1513"/>
                  </a:lnTo>
                  <a:cubicBezTo>
                    <a:pt x="8161" y="1198"/>
                    <a:pt x="7594" y="977"/>
                    <a:pt x="7058" y="883"/>
                  </a:cubicBezTo>
                  <a:lnTo>
                    <a:pt x="6901" y="284"/>
                  </a:lnTo>
                  <a:cubicBezTo>
                    <a:pt x="6869" y="127"/>
                    <a:pt x="6743" y="1"/>
                    <a:pt x="6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750" lIns="118750" spcFirstLastPara="1" rIns="118750" wrap="square" tIns="11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8"/>
                <a:buFont typeface="Arial"/>
                <a:buNone/>
              </a:pPr>
              <a:r>
                <a:t/>
              </a:r>
              <a:endParaRPr b="0" i="0" sz="18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g3a3fd261eba_0_2"/>
            <p:cNvSpPr/>
            <p:nvPr/>
          </p:nvSpPr>
          <p:spPr>
            <a:xfrm>
              <a:off x="-31455100" y="3997350"/>
              <a:ext cx="215050" cy="205025"/>
            </a:xfrm>
            <a:custGeom>
              <a:rect b="b" l="l" r="r" t="t"/>
              <a:pathLst>
                <a:path extrusionOk="0" h="8201" w="8602">
                  <a:moveTo>
                    <a:pt x="5939" y="0"/>
                  </a:moveTo>
                  <a:cubicBezTo>
                    <a:pt x="4729" y="0"/>
                    <a:pt x="3750" y="854"/>
                    <a:pt x="3561" y="1963"/>
                  </a:cubicBezTo>
                  <a:cubicBezTo>
                    <a:pt x="3466" y="2404"/>
                    <a:pt x="3498" y="2813"/>
                    <a:pt x="3624" y="3223"/>
                  </a:cubicBezTo>
                  <a:lnTo>
                    <a:pt x="410" y="6468"/>
                  </a:lnTo>
                  <a:cubicBezTo>
                    <a:pt x="1" y="6846"/>
                    <a:pt x="1" y="7507"/>
                    <a:pt x="410" y="7917"/>
                  </a:cubicBezTo>
                  <a:cubicBezTo>
                    <a:pt x="600" y="8106"/>
                    <a:pt x="852" y="8200"/>
                    <a:pt x="1111" y="8200"/>
                  </a:cubicBezTo>
                  <a:cubicBezTo>
                    <a:pt x="1371" y="8200"/>
                    <a:pt x="1639" y="8106"/>
                    <a:pt x="1860" y="7917"/>
                  </a:cubicBezTo>
                  <a:lnTo>
                    <a:pt x="5136" y="4640"/>
                  </a:lnTo>
                  <a:cubicBezTo>
                    <a:pt x="5388" y="4735"/>
                    <a:pt x="5664" y="4782"/>
                    <a:pt x="5947" y="4782"/>
                  </a:cubicBezTo>
                  <a:cubicBezTo>
                    <a:pt x="6231" y="4782"/>
                    <a:pt x="6522" y="4735"/>
                    <a:pt x="6806" y="4640"/>
                  </a:cubicBezTo>
                  <a:cubicBezTo>
                    <a:pt x="7846" y="4294"/>
                    <a:pt x="8602" y="3065"/>
                    <a:pt x="8224" y="1773"/>
                  </a:cubicBezTo>
                  <a:cubicBezTo>
                    <a:pt x="8192" y="1647"/>
                    <a:pt x="8129" y="1553"/>
                    <a:pt x="8003" y="1521"/>
                  </a:cubicBezTo>
                  <a:cubicBezTo>
                    <a:pt x="7972" y="1514"/>
                    <a:pt x="7942" y="1510"/>
                    <a:pt x="7914" y="1510"/>
                  </a:cubicBezTo>
                  <a:cubicBezTo>
                    <a:pt x="7830" y="1510"/>
                    <a:pt x="7759" y="1545"/>
                    <a:pt x="7688" y="1616"/>
                  </a:cubicBezTo>
                  <a:lnTo>
                    <a:pt x="6901" y="2404"/>
                  </a:lnTo>
                  <a:cubicBezTo>
                    <a:pt x="6759" y="2530"/>
                    <a:pt x="6578" y="2593"/>
                    <a:pt x="6400" y="2593"/>
                  </a:cubicBezTo>
                  <a:cubicBezTo>
                    <a:pt x="6223" y="2593"/>
                    <a:pt x="6050" y="2530"/>
                    <a:pt x="5924" y="2404"/>
                  </a:cubicBezTo>
                  <a:cubicBezTo>
                    <a:pt x="5640" y="2120"/>
                    <a:pt x="5640" y="1679"/>
                    <a:pt x="5924" y="1395"/>
                  </a:cubicBezTo>
                  <a:lnTo>
                    <a:pt x="6711" y="608"/>
                  </a:lnTo>
                  <a:cubicBezTo>
                    <a:pt x="6774" y="545"/>
                    <a:pt x="6806" y="419"/>
                    <a:pt x="6774" y="293"/>
                  </a:cubicBezTo>
                  <a:cubicBezTo>
                    <a:pt x="6743" y="198"/>
                    <a:pt x="6648" y="104"/>
                    <a:pt x="6554" y="72"/>
                  </a:cubicBezTo>
                  <a:cubicBezTo>
                    <a:pt x="6344" y="23"/>
                    <a:pt x="6139" y="0"/>
                    <a:pt x="5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750" lIns="118750" spcFirstLastPara="1" rIns="118750" wrap="square" tIns="11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8"/>
                <a:buFont typeface="Arial"/>
                <a:buNone/>
              </a:pPr>
              <a:r>
                <a:t/>
              </a:r>
              <a:endParaRPr b="0" i="0" sz="18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4" name="Google Shape;544;g3a3fd261eba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6225" y="3218525"/>
            <a:ext cx="13122425" cy="35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549;g3a3fd261eba_0_51"/>
          <p:cNvGrpSpPr/>
          <p:nvPr/>
        </p:nvGrpSpPr>
        <p:grpSpPr>
          <a:xfrm rot="5400000">
            <a:off x="12911203" y="4838727"/>
            <a:ext cx="10432835" cy="755390"/>
            <a:chOff x="0" y="-38100"/>
            <a:chExt cx="1239422" cy="4854692"/>
          </a:xfrm>
        </p:grpSpPr>
        <p:sp>
          <p:nvSpPr>
            <p:cNvPr id="550" name="Google Shape;550;g3a3fd261eba_0_51"/>
            <p:cNvSpPr/>
            <p:nvPr/>
          </p:nvSpPr>
          <p:spPr>
            <a:xfrm>
              <a:off x="0" y="0"/>
              <a:ext cx="1239422" cy="4816592"/>
            </a:xfrm>
            <a:custGeom>
              <a:rect b="b" l="l" r="r" t="t"/>
              <a:pathLst>
                <a:path extrusionOk="0" h="4816592" w="1239422">
                  <a:moveTo>
                    <a:pt x="0" y="0"/>
                  </a:moveTo>
                  <a:lnTo>
                    <a:pt x="1239422" y="0"/>
                  </a:lnTo>
                  <a:lnTo>
                    <a:pt x="1239422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551" name="Google Shape;551;g3a3fd261eba_0_51"/>
            <p:cNvSpPr txBox="1"/>
            <p:nvPr/>
          </p:nvSpPr>
          <p:spPr>
            <a:xfrm>
              <a:off x="0" y="-38100"/>
              <a:ext cx="1239300" cy="48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2" name="Google Shape;552;g3a3fd261eba_0_51"/>
          <p:cNvSpPr/>
          <p:nvPr/>
        </p:nvSpPr>
        <p:spPr>
          <a:xfrm>
            <a:off x="809354" y="-869450"/>
            <a:ext cx="3301969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3" name="Google Shape;553;g3a3fd261eba_0_51"/>
          <p:cNvSpPr/>
          <p:nvPr/>
        </p:nvSpPr>
        <p:spPr>
          <a:xfrm>
            <a:off x="14616511" y="-455822"/>
            <a:ext cx="3744147" cy="2888342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7" y="0"/>
                </a:lnTo>
                <a:lnTo>
                  <a:pt x="3744147" y="2888341"/>
                </a:lnTo>
                <a:lnTo>
                  <a:pt x="0" y="28883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4" name="Google Shape;554;g3a3fd261eba_0_51"/>
          <p:cNvSpPr txBox="1"/>
          <p:nvPr/>
        </p:nvSpPr>
        <p:spPr>
          <a:xfrm>
            <a:off x="896300" y="618900"/>
            <a:ext cx="1671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Sprints</a:t>
            </a:r>
            <a:endParaRPr b="0" i="0" sz="4800" u="none" cap="none" strike="noStrike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grpSp>
        <p:nvGrpSpPr>
          <p:cNvPr id="555" name="Google Shape;555;g3a3fd261eba_0_51"/>
          <p:cNvGrpSpPr/>
          <p:nvPr/>
        </p:nvGrpSpPr>
        <p:grpSpPr>
          <a:xfrm>
            <a:off x="0" y="9693928"/>
            <a:ext cx="18505310" cy="738891"/>
            <a:chOff x="0" y="-38100"/>
            <a:chExt cx="4138039" cy="246371"/>
          </a:xfrm>
        </p:grpSpPr>
        <p:sp>
          <p:nvSpPr>
            <p:cNvPr id="556" name="Google Shape;556;g3a3fd261eba_0_51"/>
            <p:cNvSpPr/>
            <p:nvPr/>
          </p:nvSpPr>
          <p:spPr>
            <a:xfrm>
              <a:off x="0" y="0"/>
              <a:ext cx="4138039" cy="208271"/>
            </a:xfrm>
            <a:custGeom>
              <a:rect b="b" l="l" r="r" t="t"/>
              <a:pathLst>
                <a:path extrusionOk="0" h="208271" w="4138039">
                  <a:moveTo>
                    <a:pt x="0" y="0"/>
                  </a:moveTo>
                  <a:lnTo>
                    <a:pt x="4138039" y="0"/>
                  </a:lnTo>
                  <a:lnTo>
                    <a:pt x="4138039" y="208271"/>
                  </a:lnTo>
                  <a:lnTo>
                    <a:pt x="0" y="208271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557" name="Google Shape;557;g3a3fd261eba_0_51"/>
            <p:cNvSpPr txBox="1"/>
            <p:nvPr/>
          </p:nvSpPr>
          <p:spPr>
            <a:xfrm>
              <a:off x="0" y="-38100"/>
              <a:ext cx="4137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8" name="Google Shape;558;g3a3fd261eba_0_51"/>
          <p:cNvGrpSpPr/>
          <p:nvPr/>
        </p:nvGrpSpPr>
        <p:grpSpPr>
          <a:xfrm>
            <a:off x="7179534" y="756836"/>
            <a:ext cx="464290" cy="463029"/>
            <a:chOff x="-31455100" y="3909350"/>
            <a:chExt cx="294600" cy="293800"/>
          </a:xfrm>
        </p:grpSpPr>
        <p:sp>
          <p:nvSpPr>
            <p:cNvPr id="559" name="Google Shape;559;g3a3fd261eba_0_51"/>
            <p:cNvSpPr/>
            <p:nvPr/>
          </p:nvSpPr>
          <p:spPr>
            <a:xfrm>
              <a:off x="-31455100" y="3909350"/>
              <a:ext cx="294600" cy="293800"/>
            </a:xfrm>
            <a:custGeom>
              <a:rect b="b" l="l" r="r" t="t"/>
              <a:pathLst>
                <a:path extrusionOk="0" h="11752" w="11784">
                  <a:moveTo>
                    <a:pt x="5199" y="1"/>
                  </a:moveTo>
                  <a:cubicBezTo>
                    <a:pt x="5042" y="1"/>
                    <a:pt x="4916" y="127"/>
                    <a:pt x="4884" y="284"/>
                  </a:cubicBezTo>
                  <a:lnTo>
                    <a:pt x="4727" y="883"/>
                  </a:lnTo>
                  <a:cubicBezTo>
                    <a:pt x="4191" y="977"/>
                    <a:pt x="3655" y="1229"/>
                    <a:pt x="3151" y="1513"/>
                  </a:cubicBezTo>
                  <a:lnTo>
                    <a:pt x="2647" y="1229"/>
                  </a:lnTo>
                  <a:cubicBezTo>
                    <a:pt x="2599" y="1205"/>
                    <a:pt x="2542" y="1195"/>
                    <a:pt x="2482" y="1195"/>
                  </a:cubicBezTo>
                  <a:cubicBezTo>
                    <a:pt x="2386" y="1195"/>
                    <a:pt x="2284" y="1222"/>
                    <a:pt x="2206" y="1261"/>
                  </a:cubicBezTo>
                  <a:lnTo>
                    <a:pt x="1261" y="2206"/>
                  </a:lnTo>
                  <a:cubicBezTo>
                    <a:pt x="1135" y="2332"/>
                    <a:pt x="1135" y="2490"/>
                    <a:pt x="1230" y="2647"/>
                  </a:cubicBezTo>
                  <a:lnTo>
                    <a:pt x="1513" y="3151"/>
                  </a:lnTo>
                  <a:cubicBezTo>
                    <a:pt x="1198" y="3624"/>
                    <a:pt x="978" y="4191"/>
                    <a:pt x="883" y="4726"/>
                  </a:cubicBezTo>
                  <a:lnTo>
                    <a:pt x="284" y="4884"/>
                  </a:lnTo>
                  <a:cubicBezTo>
                    <a:pt x="127" y="4947"/>
                    <a:pt x="1" y="5041"/>
                    <a:pt x="1" y="5199"/>
                  </a:cubicBezTo>
                  <a:lnTo>
                    <a:pt x="1" y="6585"/>
                  </a:lnTo>
                  <a:cubicBezTo>
                    <a:pt x="1" y="6743"/>
                    <a:pt x="127" y="6869"/>
                    <a:pt x="284" y="6900"/>
                  </a:cubicBezTo>
                  <a:lnTo>
                    <a:pt x="883" y="7058"/>
                  </a:lnTo>
                  <a:cubicBezTo>
                    <a:pt x="946" y="7404"/>
                    <a:pt x="1072" y="7782"/>
                    <a:pt x="1230" y="8129"/>
                  </a:cubicBezTo>
                  <a:cubicBezTo>
                    <a:pt x="1504" y="7854"/>
                    <a:pt x="2843" y="6486"/>
                    <a:pt x="2841" y="6486"/>
                  </a:cubicBezTo>
                  <a:lnTo>
                    <a:pt x="2841" y="6486"/>
                  </a:lnTo>
                  <a:cubicBezTo>
                    <a:pt x="2841" y="6486"/>
                    <a:pt x="2839" y="6488"/>
                    <a:pt x="2836" y="6491"/>
                  </a:cubicBezTo>
                  <a:cubicBezTo>
                    <a:pt x="2836" y="6459"/>
                    <a:pt x="2805" y="6050"/>
                    <a:pt x="2805" y="5955"/>
                  </a:cubicBezTo>
                  <a:cubicBezTo>
                    <a:pt x="2773" y="4222"/>
                    <a:pt x="4191" y="2836"/>
                    <a:pt x="5861" y="2836"/>
                  </a:cubicBezTo>
                  <a:cubicBezTo>
                    <a:pt x="7562" y="2836"/>
                    <a:pt x="8948" y="4222"/>
                    <a:pt x="8948" y="5924"/>
                  </a:cubicBezTo>
                  <a:cubicBezTo>
                    <a:pt x="8948" y="7499"/>
                    <a:pt x="7751" y="8822"/>
                    <a:pt x="6113" y="8948"/>
                  </a:cubicBezTo>
                  <a:cubicBezTo>
                    <a:pt x="6066" y="8948"/>
                    <a:pt x="5963" y="8956"/>
                    <a:pt x="5821" y="8956"/>
                  </a:cubicBezTo>
                  <a:cubicBezTo>
                    <a:pt x="5680" y="8956"/>
                    <a:pt x="5499" y="8948"/>
                    <a:pt x="5294" y="8917"/>
                  </a:cubicBezTo>
                  <a:lnTo>
                    <a:pt x="3655" y="10523"/>
                  </a:lnTo>
                  <a:cubicBezTo>
                    <a:pt x="4034" y="10681"/>
                    <a:pt x="4349" y="10807"/>
                    <a:pt x="4727" y="10870"/>
                  </a:cubicBezTo>
                  <a:lnTo>
                    <a:pt x="4884" y="11468"/>
                  </a:lnTo>
                  <a:cubicBezTo>
                    <a:pt x="4916" y="11626"/>
                    <a:pt x="5042" y="11752"/>
                    <a:pt x="5199" y="11752"/>
                  </a:cubicBezTo>
                  <a:lnTo>
                    <a:pt x="6585" y="11752"/>
                  </a:lnTo>
                  <a:cubicBezTo>
                    <a:pt x="6743" y="11752"/>
                    <a:pt x="6869" y="11626"/>
                    <a:pt x="6901" y="11468"/>
                  </a:cubicBezTo>
                  <a:lnTo>
                    <a:pt x="7058" y="10870"/>
                  </a:lnTo>
                  <a:cubicBezTo>
                    <a:pt x="7594" y="10775"/>
                    <a:pt x="8129" y="10523"/>
                    <a:pt x="8633" y="10240"/>
                  </a:cubicBezTo>
                  <a:lnTo>
                    <a:pt x="9137" y="10523"/>
                  </a:lnTo>
                  <a:cubicBezTo>
                    <a:pt x="9185" y="10547"/>
                    <a:pt x="9243" y="10558"/>
                    <a:pt x="9302" y="10558"/>
                  </a:cubicBezTo>
                  <a:cubicBezTo>
                    <a:pt x="9399" y="10558"/>
                    <a:pt x="9501" y="10531"/>
                    <a:pt x="9578" y="10492"/>
                  </a:cubicBezTo>
                  <a:lnTo>
                    <a:pt x="10524" y="9547"/>
                  </a:lnTo>
                  <a:cubicBezTo>
                    <a:pt x="10650" y="9421"/>
                    <a:pt x="10650" y="9263"/>
                    <a:pt x="10555" y="9106"/>
                  </a:cubicBezTo>
                  <a:lnTo>
                    <a:pt x="10303" y="8601"/>
                  </a:lnTo>
                  <a:cubicBezTo>
                    <a:pt x="10618" y="8129"/>
                    <a:pt x="10807" y="7562"/>
                    <a:pt x="10933" y="7026"/>
                  </a:cubicBezTo>
                  <a:lnTo>
                    <a:pt x="11500" y="6869"/>
                  </a:lnTo>
                  <a:cubicBezTo>
                    <a:pt x="11658" y="6806"/>
                    <a:pt x="11784" y="6711"/>
                    <a:pt x="11784" y="6554"/>
                  </a:cubicBezTo>
                  <a:lnTo>
                    <a:pt x="11784" y="5167"/>
                  </a:lnTo>
                  <a:cubicBezTo>
                    <a:pt x="11752" y="5041"/>
                    <a:pt x="11658" y="4915"/>
                    <a:pt x="11500" y="4884"/>
                  </a:cubicBezTo>
                  <a:lnTo>
                    <a:pt x="10902" y="4726"/>
                  </a:lnTo>
                  <a:cubicBezTo>
                    <a:pt x="10807" y="4191"/>
                    <a:pt x="10555" y="3687"/>
                    <a:pt x="10272" y="3151"/>
                  </a:cubicBezTo>
                  <a:lnTo>
                    <a:pt x="10555" y="2647"/>
                  </a:lnTo>
                  <a:cubicBezTo>
                    <a:pt x="10650" y="2521"/>
                    <a:pt x="10587" y="2332"/>
                    <a:pt x="10524" y="2206"/>
                  </a:cubicBezTo>
                  <a:lnTo>
                    <a:pt x="9578" y="1261"/>
                  </a:lnTo>
                  <a:cubicBezTo>
                    <a:pt x="9509" y="1209"/>
                    <a:pt x="9430" y="1185"/>
                    <a:pt x="9347" y="1185"/>
                  </a:cubicBezTo>
                  <a:cubicBezTo>
                    <a:pt x="9279" y="1185"/>
                    <a:pt x="9208" y="1201"/>
                    <a:pt x="9137" y="1229"/>
                  </a:cubicBezTo>
                  <a:lnTo>
                    <a:pt x="8633" y="1513"/>
                  </a:lnTo>
                  <a:cubicBezTo>
                    <a:pt x="8161" y="1198"/>
                    <a:pt x="7594" y="977"/>
                    <a:pt x="7058" y="883"/>
                  </a:cubicBezTo>
                  <a:lnTo>
                    <a:pt x="6901" y="284"/>
                  </a:lnTo>
                  <a:cubicBezTo>
                    <a:pt x="6869" y="127"/>
                    <a:pt x="6743" y="1"/>
                    <a:pt x="6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750" lIns="118750" spcFirstLastPara="1" rIns="118750" wrap="square" tIns="11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8"/>
                <a:buFont typeface="Arial"/>
                <a:buNone/>
              </a:pPr>
              <a:r>
                <a:t/>
              </a:r>
              <a:endParaRPr b="0" i="0" sz="18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3a3fd261eba_0_51"/>
            <p:cNvSpPr/>
            <p:nvPr/>
          </p:nvSpPr>
          <p:spPr>
            <a:xfrm>
              <a:off x="-31455100" y="3997350"/>
              <a:ext cx="215050" cy="205025"/>
            </a:xfrm>
            <a:custGeom>
              <a:rect b="b" l="l" r="r" t="t"/>
              <a:pathLst>
                <a:path extrusionOk="0" h="8201" w="8602">
                  <a:moveTo>
                    <a:pt x="5939" y="0"/>
                  </a:moveTo>
                  <a:cubicBezTo>
                    <a:pt x="4729" y="0"/>
                    <a:pt x="3750" y="854"/>
                    <a:pt x="3561" y="1963"/>
                  </a:cubicBezTo>
                  <a:cubicBezTo>
                    <a:pt x="3466" y="2404"/>
                    <a:pt x="3498" y="2813"/>
                    <a:pt x="3624" y="3223"/>
                  </a:cubicBezTo>
                  <a:lnTo>
                    <a:pt x="410" y="6468"/>
                  </a:lnTo>
                  <a:cubicBezTo>
                    <a:pt x="1" y="6846"/>
                    <a:pt x="1" y="7507"/>
                    <a:pt x="410" y="7917"/>
                  </a:cubicBezTo>
                  <a:cubicBezTo>
                    <a:pt x="600" y="8106"/>
                    <a:pt x="852" y="8200"/>
                    <a:pt x="1111" y="8200"/>
                  </a:cubicBezTo>
                  <a:cubicBezTo>
                    <a:pt x="1371" y="8200"/>
                    <a:pt x="1639" y="8106"/>
                    <a:pt x="1860" y="7917"/>
                  </a:cubicBezTo>
                  <a:lnTo>
                    <a:pt x="5136" y="4640"/>
                  </a:lnTo>
                  <a:cubicBezTo>
                    <a:pt x="5388" y="4735"/>
                    <a:pt x="5664" y="4782"/>
                    <a:pt x="5947" y="4782"/>
                  </a:cubicBezTo>
                  <a:cubicBezTo>
                    <a:pt x="6231" y="4782"/>
                    <a:pt x="6522" y="4735"/>
                    <a:pt x="6806" y="4640"/>
                  </a:cubicBezTo>
                  <a:cubicBezTo>
                    <a:pt x="7846" y="4294"/>
                    <a:pt x="8602" y="3065"/>
                    <a:pt x="8224" y="1773"/>
                  </a:cubicBezTo>
                  <a:cubicBezTo>
                    <a:pt x="8192" y="1647"/>
                    <a:pt x="8129" y="1553"/>
                    <a:pt x="8003" y="1521"/>
                  </a:cubicBezTo>
                  <a:cubicBezTo>
                    <a:pt x="7972" y="1514"/>
                    <a:pt x="7942" y="1510"/>
                    <a:pt x="7914" y="1510"/>
                  </a:cubicBezTo>
                  <a:cubicBezTo>
                    <a:pt x="7830" y="1510"/>
                    <a:pt x="7759" y="1545"/>
                    <a:pt x="7688" y="1616"/>
                  </a:cubicBezTo>
                  <a:lnTo>
                    <a:pt x="6901" y="2404"/>
                  </a:lnTo>
                  <a:cubicBezTo>
                    <a:pt x="6759" y="2530"/>
                    <a:pt x="6578" y="2593"/>
                    <a:pt x="6400" y="2593"/>
                  </a:cubicBezTo>
                  <a:cubicBezTo>
                    <a:pt x="6223" y="2593"/>
                    <a:pt x="6050" y="2530"/>
                    <a:pt x="5924" y="2404"/>
                  </a:cubicBezTo>
                  <a:cubicBezTo>
                    <a:pt x="5640" y="2120"/>
                    <a:pt x="5640" y="1679"/>
                    <a:pt x="5924" y="1395"/>
                  </a:cubicBezTo>
                  <a:lnTo>
                    <a:pt x="6711" y="608"/>
                  </a:lnTo>
                  <a:cubicBezTo>
                    <a:pt x="6774" y="545"/>
                    <a:pt x="6806" y="419"/>
                    <a:pt x="6774" y="293"/>
                  </a:cubicBezTo>
                  <a:cubicBezTo>
                    <a:pt x="6743" y="198"/>
                    <a:pt x="6648" y="104"/>
                    <a:pt x="6554" y="72"/>
                  </a:cubicBezTo>
                  <a:cubicBezTo>
                    <a:pt x="6344" y="23"/>
                    <a:pt x="6139" y="0"/>
                    <a:pt x="5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750" lIns="118750" spcFirstLastPara="1" rIns="118750" wrap="square" tIns="11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8"/>
                <a:buFont typeface="Arial"/>
                <a:buNone/>
              </a:pPr>
              <a:r>
                <a:t/>
              </a:r>
              <a:endParaRPr b="0" i="0" sz="18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1" name="Google Shape;561;g3a3fd261eba_0_51"/>
          <p:cNvSpPr txBox="1"/>
          <p:nvPr/>
        </p:nvSpPr>
        <p:spPr>
          <a:xfrm>
            <a:off x="3812700" y="1357800"/>
            <a:ext cx="10662600" cy="85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2F"/>
              </a:buClr>
              <a:buSzPts val="3200"/>
              <a:buFont typeface="Calibri"/>
              <a:buChar char="●"/>
            </a:pPr>
            <a:r>
              <a:rPr b="1" i="0" lang="en-US" sz="3200" u="none" cap="none" strike="noStrike">
                <a:solidFill>
                  <a:srgbClr val="00B22F"/>
                </a:solidFill>
                <a:latin typeface="Calibri"/>
                <a:ea typeface="Calibri"/>
                <a:cs typeface="Calibri"/>
                <a:sym typeface="Calibri"/>
              </a:rPr>
              <a:t>Sprint 1</a:t>
            </a:r>
            <a:endParaRPr b="1" i="0" sz="3200" u="none" cap="none" strike="noStrike">
              <a:solidFill>
                <a:srgbClr val="00B2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inicial y planificación.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2F"/>
              </a:buClr>
              <a:buSzPts val="3200"/>
              <a:buFont typeface="Calibri"/>
              <a:buChar char="●"/>
            </a:pPr>
            <a:r>
              <a:rPr b="1" i="0" lang="en-US" sz="3200" u="none" cap="none" strike="noStrike">
                <a:solidFill>
                  <a:srgbClr val="00B22F"/>
                </a:solidFill>
                <a:latin typeface="Calibri"/>
                <a:ea typeface="Calibri"/>
                <a:cs typeface="Calibri"/>
                <a:sym typeface="Calibri"/>
              </a:rPr>
              <a:t>Sprint 2</a:t>
            </a:r>
            <a:endParaRPr b="1" i="0" sz="3200" u="none" cap="none" strike="noStrike">
              <a:solidFill>
                <a:srgbClr val="00B2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Conexion del backend(supabase) con el front end y autenticación.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2F"/>
              </a:buClr>
              <a:buSzPts val="3200"/>
              <a:buFont typeface="Calibri"/>
              <a:buChar char="●"/>
            </a:pPr>
            <a:r>
              <a:rPr b="1" i="0" lang="en-US" sz="3200" u="none" cap="none" strike="noStrike">
                <a:solidFill>
                  <a:srgbClr val="00B22F"/>
                </a:solidFill>
                <a:latin typeface="Calibri"/>
                <a:ea typeface="Calibri"/>
                <a:cs typeface="Calibri"/>
                <a:sym typeface="Calibri"/>
              </a:rPr>
              <a:t>Sprint 3</a:t>
            </a:r>
            <a:endParaRPr b="1" i="0" sz="3200" u="none" cap="none" strike="noStrike">
              <a:solidFill>
                <a:srgbClr val="00B2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Funcionalidades culturales y navegación principal.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2F"/>
              </a:buClr>
              <a:buSzPts val="3200"/>
              <a:buFont typeface="Calibri"/>
              <a:buChar char="●"/>
            </a:pPr>
            <a:r>
              <a:rPr b="1" i="0" lang="en-US" sz="3200" u="none" cap="none" strike="noStrike">
                <a:solidFill>
                  <a:srgbClr val="00B22F"/>
                </a:solidFill>
                <a:latin typeface="Calibri"/>
                <a:ea typeface="Calibri"/>
                <a:cs typeface="Calibri"/>
                <a:sym typeface="Calibri"/>
              </a:rPr>
              <a:t>Sprint 4</a:t>
            </a:r>
            <a:endParaRPr b="1" i="0" sz="3200" u="none" cap="none" strike="noStrike">
              <a:solidFill>
                <a:srgbClr val="00B2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CRUD de eventos, lugares, favoritos, perfil del usuario.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2F"/>
              </a:buClr>
              <a:buSzPts val="3200"/>
              <a:buFont typeface="Calibri"/>
              <a:buChar char="●"/>
            </a:pPr>
            <a:r>
              <a:rPr b="1" i="0" lang="en-US" sz="3200" u="none" cap="none" strike="noStrike">
                <a:solidFill>
                  <a:srgbClr val="00B22F"/>
                </a:solidFill>
                <a:latin typeface="Calibri"/>
                <a:ea typeface="Calibri"/>
                <a:cs typeface="Calibri"/>
                <a:sym typeface="Calibri"/>
              </a:rPr>
              <a:t>Sprint 5</a:t>
            </a:r>
            <a:endParaRPr b="1" i="0" sz="3200" u="none" cap="none" strike="noStrike">
              <a:solidFill>
                <a:srgbClr val="00B2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QA, pruebas funcionales y optimización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2F"/>
              </a:buClr>
              <a:buSzPts val="3200"/>
              <a:buFont typeface="Calibri"/>
              <a:buChar char="●"/>
            </a:pPr>
            <a:r>
              <a:rPr b="1" i="0" lang="en-US" sz="3200" u="none" cap="none" strike="noStrike">
                <a:solidFill>
                  <a:srgbClr val="00B22F"/>
                </a:solidFill>
                <a:latin typeface="Calibri"/>
                <a:ea typeface="Calibri"/>
                <a:cs typeface="Calibri"/>
                <a:sym typeface="Calibri"/>
              </a:rPr>
              <a:t>Sprint 6</a:t>
            </a:r>
            <a:endParaRPr b="1" i="0" sz="3200" u="none" cap="none" strike="noStrike">
              <a:solidFill>
                <a:srgbClr val="00B2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 presentación y cierre del Proyecto.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Google Shape;566;g3adb6af788f_0_3"/>
          <p:cNvGrpSpPr/>
          <p:nvPr/>
        </p:nvGrpSpPr>
        <p:grpSpPr>
          <a:xfrm rot="5400000">
            <a:off x="13288899" y="5216363"/>
            <a:ext cx="10432835" cy="0"/>
            <a:chOff x="0" y="-38100"/>
            <a:chExt cx="1239422" cy="4854692"/>
          </a:xfrm>
        </p:grpSpPr>
        <p:sp>
          <p:nvSpPr>
            <p:cNvPr id="567" name="Google Shape;567;g3adb6af788f_0_3"/>
            <p:cNvSpPr/>
            <p:nvPr/>
          </p:nvSpPr>
          <p:spPr>
            <a:xfrm>
              <a:off x="0" y="0"/>
              <a:ext cx="1239422" cy="4816592"/>
            </a:xfrm>
            <a:custGeom>
              <a:rect b="b" l="l" r="r" t="t"/>
              <a:pathLst>
                <a:path extrusionOk="0" h="4816592" w="1239422">
                  <a:moveTo>
                    <a:pt x="0" y="0"/>
                  </a:moveTo>
                  <a:lnTo>
                    <a:pt x="1239422" y="0"/>
                  </a:lnTo>
                  <a:lnTo>
                    <a:pt x="1239422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568" name="Google Shape;568;g3adb6af788f_0_3"/>
            <p:cNvSpPr txBox="1"/>
            <p:nvPr/>
          </p:nvSpPr>
          <p:spPr>
            <a:xfrm>
              <a:off x="0" y="-38100"/>
              <a:ext cx="1239300" cy="48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9" name="Google Shape;569;g3adb6af788f_0_3"/>
          <p:cNvSpPr/>
          <p:nvPr/>
        </p:nvSpPr>
        <p:spPr>
          <a:xfrm>
            <a:off x="809354" y="-869450"/>
            <a:ext cx="3301969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0" name="Google Shape;570;g3adb6af788f_0_3"/>
          <p:cNvSpPr/>
          <p:nvPr/>
        </p:nvSpPr>
        <p:spPr>
          <a:xfrm>
            <a:off x="14616511" y="-455822"/>
            <a:ext cx="3744147" cy="2888342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7" y="0"/>
                </a:lnTo>
                <a:lnTo>
                  <a:pt x="3744147" y="2888341"/>
                </a:lnTo>
                <a:lnTo>
                  <a:pt x="0" y="28883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1" name="Google Shape;571;g3adb6af788f_0_3"/>
          <p:cNvSpPr txBox="1"/>
          <p:nvPr/>
        </p:nvSpPr>
        <p:spPr>
          <a:xfrm>
            <a:off x="787650" y="1381800"/>
            <a:ext cx="1671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Sprint Backlog (TRELLO)</a:t>
            </a:r>
            <a:endParaRPr b="0" i="0" sz="4800" u="none" cap="none" strike="noStrike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grpSp>
        <p:nvGrpSpPr>
          <p:cNvPr id="572" name="Google Shape;572;g3adb6af788f_0_3"/>
          <p:cNvGrpSpPr/>
          <p:nvPr/>
        </p:nvGrpSpPr>
        <p:grpSpPr>
          <a:xfrm>
            <a:off x="-1" y="9523649"/>
            <a:ext cx="18505310" cy="909183"/>
            <a:chOff x="0" y="-38100"/>
            <a:chExt cx="4138039" cy="246371"/>
          </a:xfrm>
        </p:grpSpPr>
        <p:sp>
          <p:nvSpPr>
            <p:cNvPr id="573" name="Google Shape;573;g3adb6af788f_0_3"/>
            <p:cNvSpPr/>
            <p:nvPr/>
          </p:nvSpPr>
          <p:spPr>
            <a:xfrm>
              <a:off x="0" y="0"/>
              <a:ext cx="4138039" cy="208271"/>
            </a:xfrm>
            <a:custGeom>
              <a:rect b="b" l="l" r="r" t="t"/>
              <a:pathLst>
                <a:path extrusionOk="0" h="208271" w="4138039">
                  <a:moveTo>
                    <a:pt x="0" y="0"/>
                  </a:moveTo>
                  <a:lnTo>
                    <a:pt x="4138039" y="0"/>
                  </a:lnTo>
                  <a:lnTo>
                    <a:pt x="4138039" y="208271"/>
                  </a:lnTo>
                  <a:lnTo>
                    <a:pt x="0" y="208271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574" name="Google Shape;574;g3adb6af788f_0_3"/>
            <p:cNvSpPr txBox="1"/>
            <p:nvPr/>
          </p:nvSpPr>
          <p:spPr>
            <a:xfrm>
              <a:off x="0" y="-38100"/>
              <a:ext cx="4137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5" name="Google Shape;575;g3adb6af788f_0_3"/>
          <p:cNvGrpSpPr/>
          <p:nvPr/>
        </p:nvGrpSpPr>
        <p:grpSpPr>
          <a:xfrm>
            <a:off x="18505317" y="1519589"/>
            <a:ext cx="0" cy="463029"/>
            <a:chOff x="-31455100" y="3909350"/>
            <a:chExt cx="294600" cy="293800"/>
          </a:xfrm>
        </p:grpSpPr>
        <p:sp>
          <p:nvSpPr>
            <p:cNvPr id="576" name="Google Shape;576;g3adb6af788f_0_3"/>
            <p:cNvSpPr/>
            <p:nvPr/>
          </p:nvSpPr>
          <p:spPr>
            <a:xfrm>
              <a:off x="-31455100" y="3909350"/>
              <a:ext cx="294600" cy="293800"/>
            </a:xfrm>
            <a:custGeom>
              <a:rect b="b" l="l" r="r" t="t"/>
              <a:pathLst>
                <a:path extrusionOk="0" h="11752" w="11784">
                  <a:moveTo>
                    <a:pt x="5199" y="1"/>
                  </a:moveTo>
                  <a:cubicBezTo>
                    <a:pt x="5042" y="1"/>
                    <a:pt x="4916" y="127"/>
                    <a:pt x="4884" y="284"/>
                  </a:cubicBezTo>
                  <a:lnTo>
                    <a:pt x="4727" y="883"/>
                  </a:lnTo>
                  <a:cubicBezTo>
                    <a:pt x="4191" y="977"/>
                    <a:pt x="3655" y="1229"/>
                    <a:pt x="3151" y="1513"/>
                  </a:cubicBezTo>
                  <a:lnTo>
                    <a:pt x="2647" y="1229"/>
                  </a:lnTo>
                  <a:cubicBezTo>
                    <a:pt x="2599" y="1205"/>
                    <a:pt x="2542" y="1195"/>
                    <a:pt x="2482" y="1195"/>
                  </a:cubicBezTo>
                  <a:cubicBezTo>
                    <a:pt x="2386" y="1195"/>
                    <a:pt x="2284" y="1222"/>
                    <a:pt x="2206" y="1261"/>
                  </a:cubicBezTo>
                  <a:lnTo>
                    <a:pt x="1261" y="2206"/>
                  </a:lnTo>
                  <a:cubicBezTo>
                    <a:pt x="1135" y="2332"/>
                    <a:pt x="1135" y="2490"/>
                    <a:pt x="1230" y="2647"/>
                  </a:cubicBezTo>
                  <a:lnTo>
                    <a:pt x="1513" y="3151"/>
                  </a:lnTo>
                  <a:cubicBezTo>
                    <a:pt x="1198" y="3624"/>
                    <a:pt x="978" y="4191"/>
                    <a:pt x="883" y="4726"/>
                  </a:cubicBezTo>
                  <a:lnTo>
                    <a:pt x="284" y="4884"/>
                  </a:lnTo>
                  <a:cubicBezTo>
                    <a:pt x="127" y="4947"/>
                    <a:pt x="1" y="5041"/>
                    <a:pt x="1" y="5199"/>
                  </a:cubicBezTo>
                  <a:lnTo>
                    <a:pt x="1" y="6585"/>
                  </a:lnTo>
                  <a:cubicBezTo>
                    <a:pt x="1" y="6743"/>
                    <a:pt x="127" y="6869"/>
                    <a:pt x="284" y="6900"/>
                  </a:cubicBezTo>
                  <a:lnTo>
                    <a:pt x="883" y="7058"/>
                  </a:lnTo>
                  <a:cubicBezTo>
                    <a:pt x="946" y="7404"/>
                    <a:pt x="1072" y="7782"/>
                    <a:pt x="1230" y="8129"/>
                  </a:cubicBezTo>
                  <a:cubicBezTo>
                    <a:pt x="1504" y="7854"/>
                    <a:pt x="2843" y="6486"/>
                    <a:pt x="2841" y="6486"/>
                  </a:cubicBezTo>
                  <a:lnTo>
                    <a:pt x="2841" y="6486"/>
                  </a:lnTo>
                  <a:cubicBezTo>
                    <a:pt x="2841" y="6486"/>
                    <a:pt x="2839" y="6488"/>
                    <a:pt x="2836" y="6491"/>
                  </a:cubicBezTo>
                  <a:cubicBezTo>
                    <a:pt x="2836" y="6459"/>
                    <a:pt x="2805" y="6050"/>
                    <a:pt x="2805" y="5955"/>
                  </a:cubicBezTo>
                  <a:cubicBezTo>
                    <a:pt x="2773" y="4222"/>
                    <a:pt x="4191" y="2836"/>
                    <a:pt x="5861" y="2836"/>
                  </a:cubicBezTo>
                  <a:cubicBezTo>
                    <a:pt x="7562" y="2836"/>
                    <a:pt x="8948" y="4222"/>
                    <a:pt x="8948" y="5924"/>
                  </a:cubicBezTo>
                  <a:cubicBezTo>
                    <a:pt x="8948" y="7499"/>
                    <a:pt x="7751" y="8822"/>
                    <a:pt x="6113" y="8948"/>
                  </a:cubicBezTo>
                  <a:cubicBezTo>
                    <a:pt x="6066" y="8948"/>
                    <a:pt x="5963" y="8956"/>
                    <a:pt x="5821" y="8956"/>
                  </a:cubicBezTo>
                  <a:cubicBezTo>
                    <a:pt x="5680" y="8956"/>
                    <a:pt x="5499" y="8948"/>
                    <a:pt x="5294" y="8917"/>
                  </a:cubicBezTo>
                  <a:lnTo>
                    <a:pt x="3655" y="10523"/>
                  </a:lnTo>
                  <a:cubicBezTo>
                    <a:pt x="4034" y="10681"/>
                    <a:pt x="4349" y="10807"/>
                    <a:pt x="4727" y="10870"/>
                  </a:cubicBezTo>
                  <a:lnTo>
                    <a:pt x="4884" y="11468"/>
                  </a:lnTo>
                  <a:cubicBezTo>
                    <a:pt x="4916" y="11626"/>
                    <a:pt x="5042" y="11752"/>
                    <a:pt x="5199" y="11752"/>
                  </a:cubicBezTo>
                  <a:lnTo>
                    <a:pt x="6585" y="11752"/>
                  </a:lnTo>
                  <a:cubicBezTo>
                    <a:pt x="6743" y="11752"/>
                    <a:pt x="6869" y="11626"/>
                    <a:pt x="6901" y="11468"/>
                  </a:cubicBezTo>
                  <a:lnTo>
                    <a:pt x="7058" y="10870"/>
                  </a:lnTo>
                  <a:cubicBezTo>
                    <a:pt x="7594" y="10775"/>
                    <a:pt x="8129" y="10523"/>
                    <a:pt x="8633" y="10240"/>
                  </a:cubicBezTo>
                  <a:lnTo>
                    <a:pt x="9137" y="10523"/>
                  </a:lnTo>
                  <a:cubicBezTo>
                    <a:pt x="9185" y="10547"/>
                    <a:pt x="9243" y="10558"/>
                    <a:pt x="9302" y="10558"/>
                  </a:cubicBezTo>
                  <a:cubicBezTo>
                    <a:pt x="9399" y="10558"/>
                    <a:pt x="9501" y="10531"/>
                    <a:pt x="9578" y="10492"/>
                  </a:cubicBezTo>
                  <a:lnTo>
                    <a:pt x="10524" y="9547"/>
                  </a:lnTo>
                  <a:cubicBezTo>
                    <a:pt x="10650" y="9421"/>
                    <a:pt x="10650" y="9263"/>
                    <a:pt x="10555" y="9106"/>
                  </a:cubicBezTo>
                  <a:lnTo>
                    <a:pt x="10303" y="8601"/>
                  </a:lnTo>
                  <a:cubicBezTo>
                    <a:pt x="10618" y="8129"/>
                    <a:pt x="10807" y="7562"/>
                    <a:pt x="10933" y="7026"/>
                  </a:cubicBezTo>
                  <a:lnTo>
                    <a:pt x="11500" y="6869"/>
                  </a:lnTo>
                  <a:cubicBezTo>
                    <a:pt x="11658" y="6806"/>
                    <a:pt x="11784" y="6711"/>
                    <a:pt x="11784" y="6554"/>
                  </a:cubicBezTo>
                  <a:lnTo>
                    <a:pt x="11784" y="5167"/>
                  </a:lnTo>
                  <a:cubicBezTo>
                    <a:pt x="11752" y="5041"/>
                    <a:pt x="11658" y="4915"/>
                    <a:pt x="11500" y="4884"/>
                  </a:cubicBezTo>
                  <a:lnTo>
                    <a:pt x="10902" y="4726"/>
                  </a:lnTo>
                  <a:cubicBezTo>
                    <a:pt x="10807" y="4191"/>
                    <a:pt x="10555" y="3687"/>
                    <a:pt x="10272" y="3151"/>
                  </a:cubicBezTo>
                  <a:lnTo>
                    <a:pt x="10555" y="2647"/>
                  </a:lnTo>
                  <a:cubicBezTo>
                    <a:pt x="10650" y="2521"/>
                    <a:pt x="10587" y="2332"/>
                    <a:pt x="10524" y="2206"/>
                  </a:cubicBezTo>
                  <a:lnTo>
                    <a:pt x="9578" y="1261"/>
                  </a:lnTo>
                  <a:cubicBezTo>
                    <a:pt x="9509" y="1209"/>
                    <a:pt x="9430" y="1185"/>
                    <a:pt x="9347" y="1185"/>
                  </a:cubicBezTo>
                  <a:cubicBezTo>
                    <a:pt x="9279" y="1185"/>
                    <a:pt x="9208" y="1201"/>
                    <a:pt x="9137" y="1229"/>
                  </a:cubicBezTo>
                  <a:lnTo>
                    <a:pt x="8633" y="1513"/>
                  </a:lnTo>
                  <a:cubicBezTo>
                    <a:pt x="8161" y="1198"/>
                    <a:pt x="7594" y="977"/>
                    <a:pt x="7058" y="883"/>
                  </a:cubicBezTo>
                  <a:lnTo>
                    <a:pt x="6901" y="284"/>
                  </a:lnTo>
                  <a:cubicBezTo>
                    <a:pt x="6869" y="127"/>
                    <a:pt x="6743" y="1"/>
                    <a:pt x="6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750" lIns="118750" spcFirstLastPara="1" rIns="118750" wrap="square" tIns="11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8"/>
                <a:buFont typeface="Arial"/>
                <a:buNone/>
              </a:pPr>
              <a:r>
                <a:t/>
              </a:r>
              <a:endParaRPr b="0" i="0" sz="18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g3adb6af788f_0_3"/>
            <p:cNvSpPr/>
            <p:nvPr/>
          </p:nvSpPr>
          <p:spPr>
            <a:xfrm>
              <a:off x="-31455100" y="3997350"/>
              <a:ext cx="215050" cy="205025"/>
            </a:xfrm>
            <a:custGeom>
              <a:rect b="b" l="l" r="r" t="t"/>
              <a:pathLst>
                <a:path extrusionOk="0" h="8201" w="8602">
                  <a:moveTo>
                    <a:pt x="5939" y="0"/>
                  </a:moveTo>
                  <a:cubicBezTo>
                    <a:pt x="4729" y="0"/>
                    <a:pt x="3750" y="854"/>
                    <a:pt x="3561" y="1963"/>
                  </a:cubicBezTo>
                  <a:cubicBezTo>
                    <a:pt x="3466" y="2404"/>
                    <a:pt x="3498" y="2813"/>
                    <a:pt x="3624" y="3223"/>
                  </a:cubicBezTo>
                  <a:lnTo>
                    <a:pt x="410" y="6468"/>
                  </a:lnTo>
                  <a:cubicBezTo>
                    <a:pt x="1" y="6846"/>
                    <a:pt x="1" y="7507"/>
                    <a:pt x="410" y="7917"/>
                  </a:cubicBezTo>
                  <a:cubicBezTo>
                    <a:pt x="600" y="8106"/>
                    <a:pt x="852" y="8200"/>
                    <a:pt x="1111" y="8200"/>
                  </a:cubicBezTo>
                  <a:cubicBezTo>
                    <a:pt x="1371" y="8200"/>
                    <a:pt x="1639" y="8106"/>
                    <a:pt x="1860" y="7917"/>
                  </a:cubicBezTo>
                  <a:lnTo>
                    <a:pt x="5136" y="4640"/>
                  </a:lnTo>
                  <a:cubicBezTo>
                    <a:pt x="5388" y="4735"/>
                    <a:pt x="5664" y="4782"/>
                    <a:pt x="5947" y="4782"/>
                  </a:cubicBezTo>
                  <a:cubicBezTo>
                    <a:pt x="6231" y="4782"/>
                    <a:pt x="6522" y="4735"/>
                    <a:pt x="6806" y="4640"/>
                  </a:cubicBezTo>
                  <a:cubicBezTo>
                    <a:pt x="7846" y="4294"/>
                    <a:pt x="8602" y="3065"/>
                    <a:pt x="8224" y="1773"/>
                  </a:cubicBezTo>
                  <a:cubicBezTo>
                    <a:pt x="8192" y="1647"/>
                    <a:pt x="8129" y="1553"/>
                    <a:pt x="8003" y="1521"/>
                  </a:cubicBezTo>
                  <a:cubicBezTo>
                    <a:pt x="7972" y="1514"/>
                    <a:pt x="7942" y="1510"/>
                    <a:pt x="7914" y="1510"/>
                  </a:cubicBezTo>
                  <a:cubicBezTo>
                    <a:pt x="7830" y="1510"/>
                    <a:pt x="7759" y="1545"/>
                    <a:pt x="7688" y="1616"/>
                  </a:cubicBezTo>
                  <a:lnTo>
                    <a:pt x="6901" y="2404"/>
                  </a:lnTo>
                  <a:cubicBezTo>
                    <a:pt x="6759" y="2530"/>
                    <a:pt x="6578" y="2593"/>
                    <a:pt x="6400" y="2593"/>
                  </a:cubicBezTo>
                  <a:cubicBezTo>
                    <a:pt x="6223" y="2593"/>
                    <a:pt x="6050" y="2530"/>
                    <a:pt x="5924" y="2404"/>
                  </a:cubicBezTo>
                  <a:cubicBezTo>
                    <a:pt x="5640" y="2120"/>
                    <a:pt x="5640" y="1679"/>
                    <a:pt x="5924" y="1395"/>
                  </a:cubicBezTo>
                  <a:lnTo>
                    <a:pt x="6711" y="608"/>
                  </a:lnTo>
                  <a:cubicBezTo>
                    <a:pt x="6774" y="545"/>
                    <a:pt x="6806" y="419"/>
                    <a:pt x="6774" y="293"/>
                  </a:cubicBezTo>
                  <a:cubicBezTo>
                    <a:pt x="6743" y="198"/>
                    <a:pt x="6648" y="104"/>
                    <a:pt x="6554" y="72"/>
                  </a:cubicBezTo>
                  <a:cubicBezTo>
                    <a:pt x="6344" y="23"/>
                    <a:pt x="6139" y="0"/>
                    <a:pt x="5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750" lIns="118750" spcFirstLastPara="1" rIns="118750" wrap="square" tIns="11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8"/>
                <a:buFont typeface="Arial"/>
                <a:buNone/>
              </a:pPr>
              <a:r>
                <a:t/>
              </a:r>
              <a:endParaRPr b="0" i="0" sz="18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8" name="Google Shape;578;g3adb6af788f_0_3"/>
          <p:cNvGrpSpPr/>
          <p:nvPr/>
        </p:nvGrpSpPr>
        <p:grpSpPr>
          <a:xfrm rot="5400000">
            <a:off x="12911203" y="4838727"/>
            <a:ext cx="10432835" cy="755390"/>
            <a:chOff x="0" y="-38100"/>
            <a:chExt cx="1239422" cy="4854692"/>
          </a:xfrm>
        </p:grpSpPr>
        <p:sp>
          <p:nvSpPr>
            <p:cNvPr id="579" name="Google Shape;579;g3adb6af788f_0_3"/>
            <p:cNvSpPr/>
            <p:nvPr/>
          </p:nvSpPr>
          <p:spPr>
            <a:xfrm>
              <a:off x="0" y="0"/>
              <a:ext cx="1239422" cy="4816592"/>
            </a:xfrm>
            <a:custGeom>
              <a:rect b="b" l="l" r="r" t="t"/>
              <a:pathLst>
                <a:path extrusionOk="0" h="4816592" w="1239422">
                  <a:moveTo>
                    <a:pt x="0" y="0"/>
                  </a:moveTo>
                  <a:lnTo>
                    <a:pt x="1239422" y="0"/>
                  </a:lnTo>
                  <a:lnTo>
                    <a:pt x="1239422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580" name="Google Shape;580;g3adb6af788f_0_3"/>
            <p:cNvSpPr txBox="1"/>
            <p:nvPr/>
          </p:nvSpPr>
          <p:spPr>
            <a:xfrm>
              <a:off x="0" y="-38100"/>
              <a:ext cx="1239300" cy="48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81" name="Google Shape;581;g3adb6af788f_0_3" title="trell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825" y="2432525"/>
            <a:ext cx="11855975" cy="622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g3adb6af788f_0_3" title="trello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95025" y="2819263"/>
            <a:ext cx="5127675" cy="499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"/>
          <p:cNvSpPr txBox="1"/>
          <p:nvPr/>
        </p:nvSpPr>
        <p:spPr>
          <a:xfrm>
            <a:off x="5181589" y="661013"/>
            <a:ext cx="69939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rPr b="0" i="0" lang="en-US" sz="3966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M</a:t>
            </a:r>
            <a:r>
              <a:rPr b="0" i="0" lang="en-US" sz="4866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odelo de datos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7"/>
          <p:cNvSpPr/>
          <p:nvPr/>
        </p:nvSpPr>
        <p:spPr>
          <a:xfrm>
            <a:off x="1348675" y="-1040129"/>
            <a:ext cx="3301969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9" name="Google Shape;589;p7"/>
          <p:cNvSpPr/>
          <p:nvPr/>
        </p:nvSpPr>
        <p:spPr>
          <a:xfrm>
            <a:off x="13969000" y="-516351"/>
            <a:ext cx="3585021" cy="2606729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90" name="Google Shape;590;p7"/>
          <p:cNvGrpSpPr/>
          <p:nvPr/>
        </p:nvGrpSpPr>
        <p:grpSpPr>
          <a:xfrm>
            <a:off x="0" y="9523652"/>
            <a:ext cx="18288000" cy="933063"/>
            <a:chOff x="0" y="-38100"/>
            <a:chExt cx="4810915" cy="252849"/>
          </a:xfrm>
        </p:grpSpPr>
        <p:sp>
          <p:nvSpPr>
            <p:cNvPr id="591" name="Google Shape;591;p7"/>
            <p:cNvSpPr/>
            <p:nvPr/>
          </p:nvSpPr>
          <p:spPr>
            <a:xfrm>
              <a:off x="0" y="0"/>
              <a:ext cx="4810915" cy="214749"/>
            </a:xfrm>
            <a:custGeom>
              <a:rect b="b" l="l" r="r" t="t"/>
              <a:pathLst>
                <a:path extrusionOk="0" h="214749" w="4810915">
                  <a:moveTo>
                    <a:pt x="0" y="0"/>
                  </a:moveTo>
                  <a:lnTo>
                    <a:pt x="4810915" y="0"/>
                  </a:lnTo>
                  <a:lnTo>
                    <a:pt x="4810915" y="214749"/>
                  </a:lnTo>
                  <a:lnTo>
                    <a:pt x="0" y="214749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592" name="Google Shape;592;p7"/>
            <p:cNvSpPr txBox="1"/>
            <p:nvPr/>
          </p:nvSpPr>
          <p:spPr>
            <a:xfrm>
              <a:off x="0" y="-38100"/>
              <a:ext cx="4810915" cy="2528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3" name="Google Shape;593;p7"/>
          <p:cNvGrpSpPr/>
          <p:nvPr/>
        </p:nvGrpSpPr>
        <p:grpSpPr>
          <a:xfrm>
            <a:off x="17445738" y="-361461"/>
            <a:ext cx="842261" cy="11445375"/>
            <a:chOff x="0" y="-38100"/>
            <a:chExt cx="312987" cy="3014400"/>
          </a:xfrm>
        </p:grpSpPr>
        <p:sp>
          <p:nvSpPr>
            <p:cNvPr id="594" name="Google Shape;594;p7"/>
            <p:cNvSpPr/>
            <p:nvPr/>
          </p:nvSpPr>
          <p:spPr>
            <a:xfrm>
              <a:off x="0" y="0"/>
              <a:ext cx="312987" cy="2976155"/>
            </a:xfrm>
            <a:custGeom>
              <a:rect b="b" l="l" r="r" t="t"/>
              <a:pathLst>
                <a:path extrusionOk="0" h="2976155" w="312987">
                  <a:moveTo>
                    <a:pt x="0" y="0"/>
                  </a:moveTo>
                  <a:lnTo>
                    <a:pt x="312987" y="0"/>
                  </a:lnTo>
                  <a:lnTo>
                    <a:pt x="312987" y="2976155"/>
                  </a:lnTo>
                  <a:lnTo>
                    <a:pt x="0" y="2976155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595" name="Google Shape;595;p7"/>
            <p:cNvSpPr txBox="1"/>
            <p:nvPr/>
          </p:nvSpPr>
          <p:spPr>
            <a:xfrm>
              <a:off x="0" y="-38100"/>
              <a:ext cx="312900" cy="30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6" name="Google Shape;596;p7"/>
          <p:cNvGrpSpPr/>
          <p:nvPr/>
        </p:nvGrpSpPr>
        <p:grpSpPr>
          <a:xfrm>
            <a:off x="4738545" y="743166"/>
            <a:ext cx="583387" cy="584809"/>
            <a:chOff x="-3771675" y="3971775"/>
            <a:chExt cx="291300" cy="292025"/>
          </a:xfrm>
        </p:grpSpPr>
        <p:sp>
          <p:nvSpPr>
            <p:cNvPr id="597" name="Google Shape;597;p7"/>
            <p:cNvSpPr/>
            <p:nvPr/>
          </p:nvSpPr>
          <p:spPr>
            <a:xfrm>
              <a:off x="-3770100" y="3971775"/>
              <a:ext cx="218975" cy="66775"/>
            </a:xfrm>
            <a:custGeom>
              <a:rect b="b" l="l" r="r" t="t"/>
              <a:pathLst>
                <a:path extrusionOk="0" h="2671" w="8759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32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7150" lIns="127150" spcFirstLastPara="1" rIns="127150" wrap="square" tIns="12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7"/>
                <a:buFont typeface="Arial"/>
                <a:buNone/>
              </a:pPr>
              <a:r>
                <a:t/>
              </a:r>
              <a:endParaRPr b="0" i="0" sz="19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-3771675" y="4030650"/>
              <a:ext cx="222125" cy="78000"/>
            </a:xfrm>
            <a:custGeom>
              <a:rect b="b" l="l" r="r" t="t"/>
              <a:pathLst>
                <a:path extrusionOk="0" h="3120" w="8885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32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7150" lIns="127150" spcFirstLastPara="1" rIns="127150" wrap="square" tIns="12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7"/>
                <a:buFont typeface="Arial"/>
                <a:buNone/>
              </a:pPr>
              <a:r>
                <a:t/>
              </a:r>
              <a:endParaRPr b="0" i="0" sz="19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-3771675" y="4099950"/>
              <a:ext cx="94525" cy="76425"/>
            </a:xfrm>
            <a:custGeom>
              <a:rect b="b" l="l" r="r" t="t"/>
              <a:pathLst>
                <a:path extrusionOk="0" h="3057" w="3781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32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7150" lIns="127150" spcFirstLastPara="1" rIns="127150" wrap="square" tIns="12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7"/>
                <a:buFont typeface="Arial"/>
                <a:buNone/>
              </a:pPr>
              <a:r>
                <a:t/>
              </a:r>
              <a:endParaRPr b="0" i="0" sz="19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-3771675" y="4167700"/>
              <a:ext cx="135500" cy="95325"/>
            </a:xfrm>
            <a:custGeom>
              <a:rect b="b" l="l" r="r" t="t"/>
              <a:pathLst>
                <a:path extrusionOk="0" h="3813" w="542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32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7150" lIns="127150" spcFirstLastPara="1" rIns="127150" wrap="square" tIns="12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7"/>
                <a:buFont typeface="Arial"/>
                <a:buNone/>
              </a:pPr>
              <a:r>
                <a:t/>
              </a:r>
              <a:endParaRPr b="0" i="0" sz="19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-3669425" y="4074750"/>
              <a:ext cx="189050" cy="189050"/>
            </a:xfrm>
            <a:custGeom>
              <a:rect b="b" l="l" r="r" t="t"/>
              <a:pathLst>
                <a:path extrusionOk="0" h="7562" w="7562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32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7150" lIns="127150" spcFirstLastPara="1" rIns="127150" wrap="square" tIns="12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7"/>
                <a:buFont typeface="Arial"/>
                <a:buNone/>
              </a:pPr>
              <a:r>
                <a:t/>
              </a:r>
              <a:endParaRPr b="0" i="0" sz="19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02" name="Google Shape;602;p7"/>
          <p:cNvPicPr preferRelativeResize="0"/>
          <p:nvPr/>
        </p:nvPicPr>
        <p:blipFill rotWithShape="1">
          <a:blip r:embed="rId5">
            <a:alphaModFix/>
          </a:blip>
          <a:srcRect b="8380" l="9546" r="13835" t="7394"/>
          <a:stretch/>
        </p:blipFill>
        <p:spPr>
          <a:xfrm>
            <a:off x="1915925" y="1568425"/>
            <a:ext cx="13688751" cy="779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841cbad731_4_0"/>
          <p:cNvSpPr txBox="1"/>
          <p:nvPr/>
        </p:nvSpPr>
        <p:spPr>
          <a:xfrm>
            <a:off x="4706800" y="728225"/>
            <a:ext cx="7215900" cy="28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rPr b="0" i="0" lang="en-US" sz="4866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t/>
            </a:r>
            <a:endParaRPr b="1" i="0" sz="4866" u="none" cap="none" strike="noStrike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608" name="Google Shape;608;g3841cbad731_4_0"/>
          <p:cNvSpPr/>
          <p:nvPr/>
        </p:nvSpPr>
        <p:spPr>
          <a:xfrm>
            <a:off x="1350400" y="-1095979"/>
            <a:ext cx="3301969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9" name="Google Shape;609;g3841cbad731_4_0"/>
          <p:cNvSpPr/>
          <p:nvPr/>
        </p:nvSpPr>
        <p:spPr>
          <a:xfrm>
            <a:off x="13701592" y="-547833"/>
            <a:ext cx="3744147" cy="2888342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10" name="Google Shape;610;g3841cbad731_4_0"/>
          <p:cNvGrpSpPr/>
          <p:nvPr/>
        </p:nvGrpSpPr>
        <p:grpSpPr>
          <a:xfrm>
            <a:off x="0" y="9523652"/>
            <a:ext cx="18288000" cy="933252"/>
            <a:chOff x="0" y="-38100"/>
            <a:chExt cx="4810915" cy="252900"/>
          </a:xfrm>
        </p:grpSpPr>
        <p:sp>
          <p:nvSpPr>
            <p:cNvPr id="611" name="Google Shape;611;g3841cbad731_4_0"/>
            <p:cNvSpPr/>
            <p:nvPr/>
          </p:nvSpPr>
          <p:spPr>
            <a:xfrm>
              <a:off x="0" y="0"/>
              <a:ext cx="4810915" cy="214749"/>
            </a:xfrm>
            <a:custGeom>
              <a:rect b="b" l="l" r="r" t="t"/>
              <a:pathLst>
                <a:path extrusionOk="0" h="214749" w="4810915">
                  <a:moveTo>
                    <a:pt x="0" y="0"/>
                  </a:moveTo>
                  <a:lnTo>
                    <a:pt x="4810915" y="0"/>
                  </a:lnTo>
                  <a:lnTo>
                    <a:pt x="4810915" y="214749"/>
                  </a:lnTo>
                  <a:lnTo>
                    <a:pt x="0" y="214749"/>
                  </a:lnTo>
                  <a:close/>
                </a:path>
              </a:pathLst>
            </a:custGeom>
            <a:solidFill>
              <a:srgbClr val="47322F"/>
            </a:solidFill>
            <a:ln>
              <a:noFill/>
            </a:ln>
          </p:spPr>
        </p:sp>
        <p:sp>
          <p:nvSpPr>
            <p:cNvPr id="612" name="Google Shape;612;g3841cbad731_4_0"/>
            <p:cNvSpPr txBox="1"/>
            <p:nvPr/>
          </p:nvSpPr>
          <p:spPr>
            <a:xfrm>
              <a:off x="0" y="-38100"/>
              <a:ext cx="4810800" cy="252900"/>
            </a:xfrm>
            <a:prstGeom prst="rect">
              <a:avLst/>
            </a:prstGeom>
            <a:solidFill>
              <a:srgbClr val="47322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3" name="Google Shape;613;g3841cbad731_4_0"/>
          <p:cNvSpPr txBox="1"/>
          <p:nvPr/>
        </p:nvSpPr>
        <p:spPr>
          <a:xfrm>
            <a:off x="2540600" y="3254150"/>
            <a:ext cx="12685500" cy="59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Supabase(Base datos)</a:t>
            </a:r>
            <a:endParaRPr b="0" i="0" sz="30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Node.js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- Express.js</a:t>
            </a:r>
            <a:endParaRPr b="0" i="0" sz="30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HTML5 - CSS</a:t>
            </a:r>
            <a:endParaRPr b="0" i="0" sz="30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JavaScript</a:t>
            </a:r>
            <a:endParaRPr b="0" i="0" sz="30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Trello</a:t>
            </a:r>
            <a:endParaRPr b="0" i="0" sz="30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GitHub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4" name="Google Shape;614;g3841cbad731_4_0"/>
          <p:cNvGrpSpPr/>
          <p:nvPr/>
        </p:nvGrpSpPr>
        <p:grpSpPr>
          <a:xfrm>
            <a:off x="5397120" y="918520"/>
            <a:ext cx="399889" cy="462311"/>
            <a:chOff x="2710875" y="3806450"/>
            <a:chExt cx="416725" cy="481825"/>
          </a:xfrm>
        </p:grpSpPr>
        <p:sp>
          <p:nvSpPr>
            <p:cNvPr id="615" name="Google Shape;615;g3841cbad731_4_0"/>
            <p:cNvSpPr/>
            <p:nvPr/>
          </p:nvSpPr>
          <p:spPr>
            <a:xfrm>
              <a:off x="2710875" y="4144450"/>
              <a:ext cx="416725" cy="143825"/>
            </a:xfrm>
            <a:custGeom>
              <a:rect b="b" l="l" r="r" t="t"/>
              <a:pathLst>
                <a:path extrusionOk="0" h="5753" w="16669">
                  <a:moveTo>
                    <a:pt x="2313" y="1"/>
                  </a:moveTo>
                  <a:lnTo>
                    <a:pt x="260" y="3590"/>
                  </a:lnTo>
                  <a:cubicBezTo>
                    <a:pt x="1" y="4039"/>
                    <a:pt x="1" y="4590"/>
                    <a:pt x="266" y="5036"/>
                  </a:cubicBezTo>
                  <a:cubicBezTo>
                    <a:pt x="517" y="5479"/>
                    <a:pt x="986" y="5752"/>
                    <a:pt x="1495" y="5752"/>
                  </a:cubicBezTo>
                  <a:cubicBezTo>
                    <a:pt x="1498" y="5752"/>
                    <a:pt x="1501" y="5752"/>
                    <a:pt x="1503" y="5752"/>
                  </a:cubicBezTo>
                  <a:lnTo>
                    <a:pt x="15165" y="5752"/>
                  </a:lnTo>
                  <a:cubicBezTo>
                    <a:pt x="15168" y="5752"/>
                    <a:pt x="15171" y="5752"/>
                    <a:pt x="15174" y="5752"/>
                  </a:cubicBezTo>
                  <a:cubicBezTo>
                    <a:pt x="15682" y="5752"/>
                    <a:pt x="16151" y="5479"/>
                    <a:pt x="16403" y="5036"/>
                  </a:cubicBezTo>
                  <a:cubicBezTo>
                    <a:pt x="16668" y="4590"/>
                    <a:pt x="16668" y="4039"/>
                    <a:pt x="16409" y="3590"/>
                  </a:cubicBezTo>
                  <a:lnTo>
                    <a:pt x="14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4600" lIns="124600" spcFirstLastPara="1" rIns="124600" wrap="square" tIns="124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8"/>
                <a:buFont typeface="Arial"/>
                <a:buNone/>
              </a:pPr>
              <a:r>
                <a:t/>
              </a:r>
              <a:endParaRPr b="0" i="0" sz="1907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3841cbad731_4_0"/>
            <p:cNvSpPr/>
            <p:nvPr/>
          </p:nvSpPr>
          <p:spPr>
            <a:xfrm>
              <a:off x="2784800" y="3806450"/>
              <a:ext cx="268850" cy="309800"/>
            </a:xfrm>
            <a:custGeom>
              <a:rect b="b" l="l" r="r" t="t"/>
              <a:pathLst>
                <a:path extrusionOk="0" h="12392" w="10754">
                  <a:moveTo>
                    <a:pt x="5379" y="8113"/>
                  </a:moveTo>
                  <a:cubicBezTo>
                    <a:pt x="5882" y="8113"/>
                    <a:pt x="6132" y="8721"/>
                    <a:pt x="5776" y="9076"/>
                  </a:cubicBezTo>
                  <a:cubicBezTo>
                    <a:pt x="5661" y="9192"/>
                    <a:pt x="5519" y="9244"/>
                    <a:pt x="5380" y="9244"/>
                  </a:cubicBezTo>
                  <a:cubicBezTo>
                    <a:pt x="5091" y="9244"/>
                    <a:pt x="4813" y="9019"/>
                    <a:pt x="4813" y="8679"/>
                  </a:cubicBezTo>
                  <a:cubicBezTo>
                    <a:pt x="4813" y="8366"/>
                    <a:pt x="5066" y="8113"/>
                    <a:pt x="5379" y="8113"/>
                  </a:cubicBezTo>
                  <a:close/>
                  <a:moveTo>
                    <a:pt x="4280" y="9989"/>
                  </a:moveTo>
                  <a:cubicBezTo>
                    <a:pt x="4783" y="9989"/>
                    <a:pt x="5036" y="10597"/>
                    <a:pt x="4680" y="10952"/>
                  </a:cubicBezTo>
                  <a:cubicBezTo>
                    <a:pt x="4566" y="11067"/>
                    <a:pt x="4425" y="11118"/>
                    <a:pt x="4286" y="11118"/>
                  </a:cubicBezTo>
                  <a:cubicBezTo>
                    <a:pt x="3996" y="11118"/>
                    <a:pt x="3717" y="10892"/>
                    <a:pt x="3717" y="10552"/>
                  </a:cubicBezTo>
                  <a:cubicBezTo>
                    <a:pt x="3717" y="10242"/>
                    <a:pt x="3970" y="9989"/>
                    <a:pt x="4280" y="9989"/>
                  </a:cubicBezTo>
                  <a:close/>
                  <a:moveTo>
                    <a:pt x="6475" y="9989"/>
                  </a:moveTo>
                  <a:cubicBezTo>
                    <a:pt x="6978" y="9989"/>
                    <a:pt x="7231" y="10597"/>
                    <a:pt x="6875" y="10952"/>
                  </a:cubicBezTo>
                  <a:cubicBezTo>
                    <a:pt x="6761" y="11067"/>
                    <a:pt x="6620" y="11118"/>
                    <a:pt x="6481" y="11118"/>
                  </a:cubicBezTo>
                  <a:cubicBezTo>
                    <a:pt x="6191" y="11118"/>
                    <a:pt x="5912" y="10892"/>
                    <a:pt x="5912" y="10552"/>
                  </a:cubicBezTo>
                  <a:cubicBezTo>
                    <a:pt x="5912" y="10242"/>
                    <a:pt x="6162" y="9989"/>
                    <a:pt x="6475" y="9989"/>
                  </a:cubicBezTo>
                  <a:close/>
                  <a:moveTo>
                    <a:pt x="1744" y="0"/>
                  </a:moveTo>
                  <a:cubicBezTo>
                    <a:pt x="1434" y="0"/>
                    <a:pt x="1181" y="253"/>
                    <a:pt x="1181" y="566"/>
                  </a:cubicBezTo>
                  <a:cubicBezTo>
                    <a:pt x="1181" y="877"/>
                    <a:pt x="1434" y="1130"/>
                    <a:pt x="1744" y="1130"/>
                  </a:cubicBezTo>
                  <a:lnTo>
                    <a:pt x="2259" y="1130"/>
                  </a:lnTo>
                  <a:lnTo>
                    <a:pt x="2259" y="8444"/>
                  </a:lnTo>
                  <a:lnTo>
                    <a:pt x="1" y="12392"/>
                  </a:lnTo>
                  <a:lnTo>
                    <a:pt x="10754" y="12392"/>
                  </a:lnTo>
                  <a:lnTo>
                    <a:pt x="8496" y="8444"/>
                  </a:lnTo>
                  <a:lnTo>
                    <a:pt x="8496" y="1130"/>
                  </a:lnTo>
                  <a:lnTo>
                    <a:pt x="9010" y="1130"/>
                  </a:lnTo>
                  <a:cubicBezTo>
                    <a:pt x="9321" y="1130"/>
                    <a:pt x="9574" y="877"/>
                    <a:pt x="9574" y="566"/>
                  </a:cubicBezTo>
                  <a:cubicBezTo>
                    <a:pt x="9574" y="253"/>
                    <a:pt x="9321" y="0"/>
                    <a:pt x="90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4600" lIns="124600" spcFirstLastPara="1" rIns="124600" wrap="square" tIns="124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8"/>
                <a:buFont typeface="Arial"/>
                <a:buNone/>
              </a:pPr>
              <a:r>
                <a:t/>
              </a:r>
              <a:endParaRPr b="0" i="0" sz="1907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7" name="Google Shape;617;g3841cbad731_4_0"/>
          <p:cNvGrpSpPr/>
          <p:nvPr/>
        </p:nvGrpSpPr>
        <p:grpSpPr>
          <a:xfrm>
            <a:off x="13701592" y="7139079"/>
            <a:ext cx="4950265" cy="2384573"/>
            <a:chOff x="6506625" y="3268575"/>
            <a:chExt cx="3047179" cy="1261001"/>
          </a:xfrm>
        </p:grpSpPr>
        <p:sp>
          <p:nvSpPr>
            <p:cNvPr id="618" name="Google Shape;618;g3841cbad731_4_0"/>
            <p:cNvSpPr/>
            <p:nvPr/>
          </p:nvSpPr>
          <p:spPr>
            <a:xfrm>
              <a:off x="8432597" y="3353998"/>
              <a:ext cx="710050" cy="79635"/>
            </a:xfrm>
            <a:custGeom>
              <a:rect b="b" l="l" r="r" t="t"/>
              <a:pathLst>
                <a:path extrusionOk="0" h="454" w="4048">
                  <a:moveTo>
                    <a:pt x="1" y="0"/>
                  </a:moveTo>
                  <a:lnTo>
                    <a:pt x="1" y="453"/>
                  </a:lnTo>
                  <a:lnTo>
                    <a:pt x="4048" y="453"/>
                  </a:lnTo>
                  <a:lnTo>
                    <a:pt x="40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g3841cbad731_4_0"/>
            <p:cNvSpPr/>
            <p:nvPr/>
          </p:nvSpPr>
          <p:spPr>
            <a:xfrm>
              <a:off x="6987592" y="4118070"/>
              <a:ext cx="2108574" cy="267847"/>
            </a:xfrm>
            <a:custGeom>
              <a:rect b="b" l="l" r="r" t="t"/>
              <a:pathLst>
                <a:path extrusionOk="0" h="1527" w="12021">
                  <a:moveTo>
                    <a:pt x="1" y="1"/>
                  </a:moveTo>
                  <a:lnTo>
                    <a:pt x="1" y="1527"/>
                  </a:lnTo>
                  <a:lnTo>
                    <a:pt x="12020" y="1527"/>
                  </a:lnTo>
                  <a:lnTo>
                    <a:pt x="120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g3841cbad731_4_0"/>
            <p:cNvSpPr/>
            <p:nvPr/>
          </p:nvSpPr>
          <p:spPr>
            <a:xfrm>
              <a:off x="6840250" y="3408199"/>
              <a:ext cx="2395540" cy="667426"/>
            </a:xfrm>
            <a:custGeom>
              <a:rect b="b" l="l" r="r" t="t"/>
              <a:pathLst>
                <a:path extrusionOk="0" h="3805" w="13657">
                  <a:moveTo>
                    <a:pt x="2566" y="1"/>
                  </a:moveTo>
                  <a:lnTo>
                    <a:pt x="34" y="2522"/>
                  </a:lnTo>
                  <a:lnTo>
                    <a:pt x="0" y="3804"/>
                  </a:lnTo>
                  <a:lnTo>
                    <a:pt x="13656" y="3804"/>
                  </a:lnTo>
                  <a:lnTo>
                    <a:pt x="1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g3841cbad731_4_0"/>
            <p:cNvSpPr/>
            <p:nvPr/>
          </p:nvSpPr>
          <p:spPr>
            <a:xfrm>
              <a:off x="6995310" y="3365575"/>
              <a:ext cx="399754" cy="91387"/>
            </a:xfrm>
            <a:custGeom>
              <a:rect b="b" l="l" r="r" t="t"/>
              <a:pathLst>
                <a:path extrusionOk="0" h="521" w="2279">
                  <a:moveTo>
                    <a:pt x="1" y="0"/>
                  </a:moveTo>
                  <a:lnTo>
                    <a:pt x="1" y="520"/>
                  </a:lnTo>
                  <a:lnTo>
                    <a:pt x="2279" y="520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3841cbad731_4_0"/>
            <p:cNvSpPr/>
            <p:nvPr/>
          </p:nvSpPr>
          <p:spPr>
            <a:xfrm>
              <a:off x="8203690" y="3365575"/>
              <a:ext cx="219435" cy="91387"/>
            </a:xfrm>
            <a:custGeom>
              <a:rect b="b" l="l" r="r" t="t"/>
              <a:pathLst>
                <a:path extrusionOk="0" h="521" w="1251">
                  <a:moveTo>
                    <a:pt x="1" y="0"/>
                  </a:moveTo>
                  <a:lnTo>
                    <a:pt x="1" y="520"/>
                  </a:lnTo>
                  <a:lnTo>
                    <a:pt x="1250" y="520"/>
                  </a:lnTo>
                  <a:lnTo>
                    <a:pt x="12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g3841cbad731_4_0"/>
            <p:cNvSpPr/>
            <p:nvPr/>
          </p:nvSpPr>
          <p:spPr>
            <a:xfrm>
              <a:off x="7697465" y="3365575"/>
              <a:ext cx="217505" cy="91387"/>
            </a:xfrm>
            <a:custGeom>
              <a:rect b="b" l="l" r="r" t="t"/>
              <a:pathLst>
                <a:path extrusionOk="0" h="521" w="1240">
                  <a:moveTo>
                    <a:pt x="1" y="0"/>
                  </a:moveTo>
                  <a:lnTo>
                    <a:pt x="1" y="520"/>
                  </a:lnTo>
                  <a:lnTo>
                    <a:pt x="1239" y="520"/>
                  </a:lnTo>
                  <a:lnTo>
                    <a:pt x="12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g3841cbad731_4_0"/>
            <p:cNvSpPr/>
            <p:nvPr/>
          </p:nvSpPr>
          <p:spPr>
            <a:xfrm>
              <a:off x="8607127" y="3268575"/>
              <a:ext cx="710050" cy="213471"/>
            </a:xfrm>
            <a:custGeom>
              <a:rect b="b" l="l" r="r" t="t"/>
              <a:pathLst>
                <a:path extrusionOk="0" h="1217" w="4048">
                  <a:moveTo>
                    <a:pt x="1" y="1"/>
                  </a:moveTo>
                  <a:lnTo>
                    <a:pt x="1" y="1217"/>
                  </a:lnTo>
                  <a:lnTo>
                    <a:pt x="4048" y="1217"/>
                  </a:lnTo>
                  <a:lnTo>
                    <a:pt x="40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g3841cbad731_4_0"/>
            <p:cNvSpPr/>
            <p:nvPr/>
          </p:nvSpPr>
          <p:spPr>
            <a:xfrm>
              <a:off x="6506625" y="3823212"/>
              <a:ext cx="37011" cy="267847"/>
            </a:xfrm>
            <a:custGeom>
              <a:rect b="b" l="l" r="r" t="t"/>
              <a:pathLst>
                <a:path extrusionOk="0" h="1527" w="211">
                  <a:moveTo>
                    <a:pt x="0" y="1"/>
                  </a:moveTo>
                  <a:lnTo>
                    <a:pt x="0" y="1527"/>
                  </a:lnTo>
                  <a:lnTo>
                    <a:pt x="211" y="1527"/>
                  </a:lnTo>
                  <a:lnTo>
                    <a:pt x="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g3841cbad731_4_0"/>
            <p:cNvSpPr/>
            <p:nvPr/>
          </p:nvSpPr>
          <p:spPr>
            <a:xfrm>
              <a:off x="9518719" y="3823212"/>
              <a:ext cx="35082" cy="267847"/>
            </a:xfrm>
            <a:custGeom>
              <a:rect b="b" l="l" r="r" t="t"/>
              <a:pathLst>
                <a:path extrusionOk="0" h="1527" w="200">
                  <a:moveTo>
                    <a:pt x="1" y="1"/>
                  </a:moveTo>
                  <a:lnTo>
                    <a:pt x="1" y="1527"/>
                  </a:lnTo>
                  <a:lnTo>
                    <a:pt x="200" y="1527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g3841cbad731_4_0"/>
            <p:cNvSpPr/>
            <p:nvPr/>
          </p:nvSpPr>
          <p:spPr>
            <a:xfrm>
              <a:off x="8360855" y="3848470"/>
              <a:ext cx="754603" cy="194176"/>
            </a:xfrm>
            <a:custGeom>
              <a:rect b="b" l="l" r="r" t="t"/>
              <a:pathLst>
                <a:path extrusionOk="0" h="1107" w="4302">
                  <a:moveTo>
                    <a:pt x="1" y="1"/>
                  </a:moveTo>
                  <a:lnTo>
                    <a:pt x="1" y="1106"/>
                  </a:lnTo>
                  <a:lnTo>
                    <a:pt x="4302" y="1106"/>
                  </a:lnTo>
                  <a:lnTo>
                    <a:pt x="4302" y="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3841cbad731_4_0"/>
            <p:cNvSpPr/>
            <p:nvPr/>
          </p:nvSpPr>
          <p:spPr>
            <a:xfrm>
              <a:off x="7602570" y="3848470"/>
              <a:ext cx="723556" cy="194176"/>
            </a:xfrm>
            <a:custGeom>
              <a:rect b="b" l="l" r="r" t="t"/>
              <a:pathLst>
                <a:path extrusionOk="0" h="1107" w="4125">
                  <a:moveTo>
                    <a:pt x="0" y="1"/>
                  </a:moveTo>
                  <a:lnTo>
                    <a:pt x="0" y="1106"/>
                  </a:lnTo>
                  <a:lnTo>
                    <a:pt x="4124" y="1106"/>
                  </a:lnTo>
                  <a:lnTo>
                    <a:pt x="41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3841cbad731_4_0"/>
            <p:cNvSpPr/>
            <p:nvPr/>
          </p:nvSpPr>
          <p:spPr>
            <a:xfrm>
              <a:off x="6840250" y="3408199"/>
              <a:ext cx="2395540" cy="634449"/>
            </a:xfrm>
            <a:custGeom>
              <a:rect b="b" l="l" r="r" t="t"/>
              <a:pathLst>
                <a:path extrusionOk="0" h="3617" w="13657">
                  <a:moveTo>
                    <a:pt x="686" y="1"/>
                  </a:moveTo>
                  <a:cubicBezTo>
                    <a:pt x="310" y="1"/>
                    <a:pt x="0" y="299"/>
                    <a:pt x="0" y="686"/>
                  </a:cubicBezTo>
                  <a:lnTo>
                    <a:pt x="0" y="3616"/>
                  </a:lnTo>
                  <a:lnTo>
                    <a:pt x="4136" y="3616"/>
                  </a:lnTo>
                  <a:lnTo>
                    <a:pt x="4136" y="2312"/>
                  </a:lnTo>
                  <a:lnTo>
                    <a:pt x="13170" y="2312"/>
                  </a:lnTo>
                  <a:lnTo>
                    <a:pt x="13170" y="3616"/>
                  </a:lnTo>
                  <a:lnTo>
                    <a:pt x="13656" y="3616"/>
                  </a:lnTo>
                  <a:lnTo>
                    <a:pt x="13656" y="642"/>
                  </a:lnTo>
                  <a:lnTo>
                    <a:pt x="9897" y="642"/>
                  </a:lnTo>
                  <a:lnTo>
                    <a:pt x="9897" y="1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3841cbad731_4_0"/>
            <p:cNvSpPr/>
            <p:nvPr/>
          </p:nvSpPr>
          <p:spPr>
            <a:xfrm>
              <a:off x="8574150" y="3520635"/>
              <a:ext cx="661637" cy="27364"/>
            </a:xfrm>
            <a:custGeom>
              <a:rect b="b" l="l" r="r" t="t"/>
              <a:pathLst>
                <a:path extrusionOk="0" h="156" w="3772">
                  <a:moveTo>
                    <a:pt x="1" y="1"/>
                  </a:moveTo>
                  <a:lnTo>
                    <a:pt x="1" y="156"/>
                  </a:lnTo>
                  <a:lnTo>
                    <a:pt x="3771" y="156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g3841cbad731_4_0"/>
            <p:cNvSpPr/>
            <p:nvPr/>
          </p:nvSpPr>
          <p:spPr>
            <a:xfrm>
              <a:off x="6840250" y="3408199"/>
              <a:ext cx="1736008" cy="145588"/>
            </a:xfrm>
            <a:custGeom>
              <a:rect b="b" l="l" r="r" t="t"/>
              <a:pathLst>
                <a:path extrusionOk="0" h="830" w="9897">
                  <a:moveTo>
                    <a:pt x="686" y="1"/>
                  </a:moveTo>
                  <a:cubicBezTo>
                    <a:pt x="310" y="1"/>
                    <a:pt x="0" y="299"/>
                    <a:pt x="0" y="686"/>
                  </a:cubicBezTo>
                  <a:lnTo>
                    <a:pt x="0" y="830"/>
                  </a:lnTo>
                  <a:cubicBezTo>
                    <a:pt x="0" y="609"/>
                    <a:pt x="310" y="432"/>
                    <a:pt x="686" y="432"/>
                  </a:cubicBezTo>
                  <a:lnTo>
                    <a:pt x="9897" y="432"/>
                  </a:lnTo>
                  <a:lnTo>
                    <a:pt x="989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g3841cbad731_4_0"/>
            <p:cNvSpPr/>
            <p:nvPr/>
          </p:nvSpPr>
          <p:spPr>
            <a:xfrm>
              <a:off x="6995310" y="3573081"/>
              <a:ext cx="539378" cy="308542"/>
            </a:xfrm>
            <a:custGeom>
              <a:rect b="b" l="l" r="r" t="t"/>
              <a:pathLst>
                <a:path extrusionOk="0" h="1759" w="3075">
                  <a:moveTo>
                    <a:pt x="1" y="1"/>
                  </a:moveTo>
                  <a:lnTo>
                    <a:pt x="1" y="1759"/>
                  </a:lnTo>
                  <a:lnTo>
                    <a:pt x="3075" y="1759"/>
                  </a:lnTo>
                  <a:lnTo>
                    <a:pt x="307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g3841cbad731_4_0"/>
            <p:cNvSpPr/>
            <p:nvPr/>
          </p:nvSpPr>
          <p:spPr>
            <a:xfrm>
              <a:off x="7140898" y="3557646"/>
              <a:ext cx="54376" cy="339589"/>
            </a:xfrm>
            <a:custGeom>
              <a:rect b="b" l="l" r="r" t="t"/>
              <a:pathLst>
                <a:path extrusionOk="0" h="1936" w="310">
                  <a:moveTo>
                    <a:pt x="0" y="0"/>
                  </a:moveTo>
                  <a:lnTo>
                    <a:pt x="0" y="1935"/>
                  </a:lnTo>
                  <a:lnTo>
                    <a:pt x="310" y="1935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g3841cbad731_4_0"/>
            <p:cNvSpPr/>
            <p:nvPr/>
          </p:nvSpPr>
          <p:spPr>
            <a:xfrm>
              <a:off x="7061263" y="3557646"/>
              <a:ext cx="54552" cy="339589"/>
            </a:xfrm>
            <a:custGeom>
              <a:rect b="b" l="l" r="r" t="t"/>
              <a:pathLst>
                <a:path extrusionOk="0" h="1936" w="311">
                  <a:moveTo>
                    <a:pt x="1" y="0"/>
                  </a:moveTo>
                  <a:lnTo>
                    <a:pt x="1" y="1935"/>
                  </a:lnTo>
                  <a:lnTo>
                    <a:pt x="311" y="19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g3841cbad731_4_0"/>
            <p:cNvSpPr/>
            <p:nvPr/>
          </p:nvSpPr>
          <p:spPr>
            <a:xfrm>
              <a:off x="7220357" y="3557646"/>
              <a:ext cx="52622" cy="339589"/>
            </a:xfrm>
            <a:custGeom>
              <a:rect b="b" l="l" r="r" t="t"/>
              <a:pathLst>
                <a:path extrusionOk="0" h="1936" w="300">
                  <a:moveTo>
                    <a:pt x="1" y="0"/>
                  </a:moveTo>
                  <a:lnTo>
                    <a:pt x="1" y="1935"/>
                  </a:lnTo>
                  <a:lnTo>
                    <a:pt x="299" y="1935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3841cbad731_4_0"/>
            <p:cNvSpPr/>
            <p:nvPr/>
          </p:nvSpPr>
          <p:spPr>
            <a:xfrm>
              <a:off x="7297887" y="3557646"/>
              <a:ext cx="54552" cy="339589"/>
            </a:xfrm>
            <a:custGeom>
              <a:rect b="b" l="l" r="r" t="t"/>
              <a:pathLst>
                <a:path extrusionOk="0" h="1936" w="311">
                  <a:moveTo>
                    <a:pt x="1" y="0"/>
                  </a:moveTo>
                  <a:lnTo>
                    <a:pt x="1" y="1935"/>
                  </a:lnTo>
                  <a:lnTo>
                    <a:pt x="311" y="19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g3841cbad731_4_0"/>
            <p:cNvSpPr/>
            <p:nvPr/>
          </p:nvSpPr>
          <p:spPr>
            <a:xfrm>
              <a:off x="7377522" y="3557646"/>
              <a:ext cx="54376" cy="339589"/>
            </a:xfrm>
            <a:custGeom>
              <a:rect b="b" l="l" r="r" t="t"/>
              <a:pathLst>
                <a:path extrusionOk="0" h="1936" w="310">
                  <a:moveTo>
                    <a:pt x="0" y="0"/>
                  </a:moveTo>
                  <a:lnTo>
                    <a:pt x="0" y="1935"/>
                  </a:lnTo>
                  <a:lnTo>
                    <a:pt x="310" y="1935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g3841cbad731_4_0"/>
            <p:cNvSpPr/>
            <p:nvPr/>
          </p:nvSpPr>
          <p:spPr>
            <a:xfrm>
              <a:off x="6976015" y="3557646"/>
              <a:ext cx="60340" cy="339589"/>
            </a:xfrm>
            <a:custGeom>
              <a:rect b="b" l="l" r="r" t="t"/>
              <a:pathLst>
                <a:path extrusionOk="0" h="1936" w="344">
                  <a:moveTo>
                    <a:pt x="0" y="0"/>
                  </a:moveTo>
                  <a:lnTo>
                    <a:pt x="0" y="1935"/>
                  </a:lnTo>
                  <a:lnTo>
                    <a:pt x="343" y="1935"/>
                  </a:lnTo>
                  <a:lnTo>
                    <a:pt x="34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3841cbad731_4_0"/>
            <p:cNvSpPr/>
            <p:nvPr/>
          </p:nvSpPr>
          <p:spPr>
            <a:xfrm>
              <a:off x="7456982" y="3557646"/>
              <a:ext cx="54552" cy="339589"/>
            </a:xfrm>
            <a:custGeom>
              <a:rect b="b" l="l" r="r" t="t"/>
              <a:pathLst>
                <a:path extrusionOk="0" h="1936" w="311">
                  <a:moveTo>
                    <a:pt x="1" y="0"/>
                  </a:moveTo>
                  <a:lnTo>
                    <a:pt x="1" y="1935"/>
                  </a:lnTo>
                  <a:lnTo>
                    <a:pt x="310" y="1935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3841cbad731_4_0"/>
            <p:cNvSpPr/>
            <p:nvPr/>
          </p:nvSpPr>
          <p:spPr>
            <a:xfrm>
              <a:off x="7557841" y="3456787"/>
              <a:ext cx="139800" cy="46658"/>
            </a:xfrm>
            <a:custGeom>
              <a:rect b="b" l="l" r="r" t="t"/>
              <a:pathLst>
                <a:path extrusionOk="0" h="266" w="797">
                  <a:moveTo>
                    <a:pt x="1" y="0"/>
                  </a:moveTo>
                  <a:lnTo>
                    <a:pt x="1" y="265"/>
                  </a:lnTo>
                  <a:lnTo>
                    <a:pt x="797" y="265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g3841cbad731_4_0"/>
            <p:cNvSpPr/>
            <p:nvPr/>
          </p:nvSpPr>
          <p:spPr>
            <a:xfrm>
              <a:off x="8632386" y="3575011"/>
              <a:ext cx="217505" cy="201894"/>
            </a:xfrm>
            <a:custGeom>
              <a:rect b="b" l="l" r="r" t="t"/>
              <a:pathLst>
                <a:path extrusionOk="0" h="1151" w="1240">
                  <a:moveTo>
                    <a:pt x="1" y="1"/>
                  </a:moveTo>
                  <a:lnTo>
                    <a:pt x="1" y="1151"/>
                  </a:lnTo>
                  <a:lnTo>
                    <a:pt x="1239" y="1151"/>
                  </a:lnTo>
                  <a:lnTo>
                    <a:pt x="12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g3841cbad731_4_0"/>
            <p:cNvSpPr/>
            <p:nvPr/>
          </p:nvSpPr>
          <p:spPr>
            <a:xfrm>
              <a:off x="8622738" y="3565363"/>
              <a:ext cx="236800" cy="221189"/>
            </a:xfrm>
            <a:custGeom>
              <a:rect b="b" l="l" r="r" t="t"/>
              <a:pathLst>
                <a:path extrusionOk="0" h="1261" w="1350">
                  <a:moveTo>
                    <a:pt x="1239" y="111"/>
                  </a:moveTo>
                  <a:lnTo>
                    <a:pt x="1239" y="1150"/>
                  </a:lnTo>
                  <a:lnTo>
                    <a:pt x="100" y="1150"/>
                  </a:lnTo>
                  <a:lnTo>
                    <a:pt x="100" y="111"/>
                  </a:lnTo>
                  <a:close/>
                  <a:moveTo>
                    <a:pt x="0" y="0"/>
                  </a:moveTo>
                  <a:lnTo>
                    <a:pt x="0" y="1261"/>
                  </a:lnTo>
                  <a:lnTo>
                    <a:pt x="1349" y="1261"/>
                  </a:lnTo>
                  <a:lnTo>
                    <a:pt x="13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3841cbad731_4_0"/>
            <p:cNvSpPr/>
            <p:nvPr/>
          </p:nvSpPr>
          <p:spPr>
            <a:xfrm>
              <a:off x="8936893" y="3575011"/>
              <a:ext cx="217505" cy="201894"/>
            </a:xfrm>
            <a:custGeom>
              <a:rect b="b" l="l" r="r" t="t"/>
              <a:pathLst>
                <a:path extrusionOk="0" h="1151" w="1240">
                  <a:moveTo>
                    <a:pt x="1" y="1"/>
                  </a:moveTo>
                  <a:lnTo>
                    <a:pt x="1" y="1151"/>
                  </a:lnTo>
                  <a:lnTo>
                    <a:pt x="1239" y="1151"/>
                  </a:lnTo>
                  <a:lnTo>
                    <a:pt x="12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g3841cbad731_4_0"/>
            <p:cNvSpPr/>
            <p:nvPr/>
          </p:nvSpPr>
          <p:spPr>
            <a:xfrm>
              <a:off x="8927245" y="3565363"/>
              <a:ext cx="236800" cy="221189"/>
            </a:xfrm>
            <a:custGeom>
              <a:rect b="b" l="l" r="r" t="t"/>
              <a:pathLst>
                <a:path extrusionOk="0" h="1261" w="1350">
                  <a:moveTo>
                    <a:pt x="1239" y="111"/>
                  </a:moveTo>
                  <a:lnTo>
                    <a:pt x="1239" y="1150"/>
                  </a:lnTo>
                  <a:lnTo>
                    <a:pt x="100" y="1150"/>
                  </a:lnTo>
                  <a:lnTo>
                    <a:pt x="100" y="111"/>
                  </a:lnTo>
                  <a:close/>
                  <a:moveTo>
                    <a:pt x="0" y="0"/>
                  </a:moveTo>
                  <a:lnTo>
                    <a:pt x="0" y="1261"/>
                  </a:lnTo>
                  <a:lnTo>
                    <a:pt x="1349" y="1261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g3841cbad731_4_0"/>
            <p:cNvSpPr/>
            <p:nvPr/>
          </p:nvSpPr>
          <p:spPr>
            <a:xfrm>
              <a:off x="7876030" y="4176306"/>
              <a:ext cx="329766" cy="155411"/>
            </a:xfrm>
            <a:custGeom>
              <a:rect b="b" l="l" r="r" t="t"/>
              <a:pathLst>
                <a:path extrusionOk="0" h="886" w="1880">
                  <a:moveTo>
                    <a:pt x="0" y="0"/>
                  </a:moveTo>
                  <a:lnTo>
                    <a:pt x="0" y="885"/>
                  </a:lnTo>
                  <a:lnTo>
                    <a:pt x="1880" y="885"/>
                  </a:lnTo>
                  <a:lnTo>
                    <a:pt x="188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g3841cbad731_4_0"/>
            <p:cNvSpPr/>
            <p:nvPr/>
          </p:nvSpPr>
          <p:spPr>
            <a:xfrm>
              <a:off x="7876030" y="4364517"/>
              <a:ext cx="329766" cy="77706"/>
            </a:xfrm>
            <a:custGeom>
              <a:rect b="b" l="l" r="r" t="t"/>
              <a:pathLst>
                <a:path extrusionOk="0" h="443" w="1880">
                  <a:moveTo>
                    <a:pt x="0" y="0"/>
                  </a:moveTo>
                  <a:lnTo>
                    <a:pt x="0" y="442"/>
                  </a:lnTo>
                  <a:lnTo>
                    <a:pt x="1880" y="442"/>
                  </a:lnTo>
                  <a:lnTo>
                    <a:pt x="188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g3841cbad731_4_0"/>
            <p:cNvSpPr/>
            <p:nvPr/>
          </p:nvSpPr>
          <p:spPr>
            <a:xfrm>
              <a:off x="7305780" y="4187882"/>
              <a:ext cx="147518" cy="38940"/>
            </a:xfrm>
            <a:custGeom>
              <a:rect b="b" l="l" r="r" t="t"/>
              <a:pathLst>
                <a:path extrusionOk="0" h="222" w="841">
                  <a:moveTo>
                    <a:pt x="111" y="1"/>
                  </a:moveTo>
                  <a:cubicBezTo>
                    <a:pt x="55" y="1"/>
                    <a:pt x="0" y="45"/>
                    <a:pt x="0" y="111"/>
                  </a:cubicBezTo>
                  <a:lnTo>
                    <a:pt x="11" y="111"/>
                  </a:lnTo>
                  <a:cubicBezTo>
                    <a:pt x="11" y="167"/>
                    <a:pt x="55" y="222"/>
                    <a:pt x="122" y="222"/>
                  </a:cubicBezTo>
                  <a:lnTo>
                    <a:pt x="730" y="222"/>
                  </a:lnTo>
                  <a:cubicBezTo>
                    <a:pt x="785" y="222"/>
                    <a:pt x="841" y="167"/>
                    <a:pt x="841" y="111"/>
                  </a:cubicBezTo>
                  <a:cubicBezTo>
                    <a:pt x="841" y="56"/>
                    <a:pt x="785" y="1"/>
                    <a:pt x="7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g3841cbad731_4_0"/>
            <p:cNvSpPr/>
            <p:nvPr/>
          </p:nvSpPr>
          <p:spPr>
            <a:xfrm>
              <a:off x="7212639" y="4176306"/>
              <a:ext cx="79635" cy="58411"/>
            </a:xfrm>
            <a:custGeom>
              <a:rect b="b" l="l" r="r" t="t"/>
              <a:pathLst>
                <a:path extrusionOk="0" h="333" w="454">
                  <a:moveTo>
                    <a:pt x="0" y="0"/>
                  </a:moveTo>
                  <a:lnTo>
                    <a:pt x="0" y="332"/>
                  </a:lnTo>
                  <a:lnTo>
                    <a:pt x="454" y="332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g3841cbad731_4_0"/>
            <p:cNvSpPr/>
            <p:nvPr/>
          </p:nvSpPr>
          <p:spPr>
            <a:xfrm>
              <a:off x="7524864" y="4242259"/>
              <a:ext cx="333800" cy="287317"/>
            </a:xfrm>
            <a:custGeom>
              <a:rect b="b" l="l" r="r" t="t"/>
              <a:pathLst>
                <a:path extrusionOk="0" h="1638" w="1903">
                  <a:moveTo>
                    <a:pt x="819" y="0"/>
                  </a:moveTo>
                  <a:cubicBezTo>
                    <a:pt x="366" y="0"/>
                    <a:pt x="1" y="365"/>
                    <a:pt x="1" y="819"/>
                  </a:cubicBezTo>
                  <a:cubicBezTo>
                    <a:pt x="1" y="1311"/>
                    <a:pt x="399" y="1638"/>
                    <a:pt x="818" y="1638"/>
                  </a:cubicBezTo>
                  <a:cubicBezTo>
                    <a:pt x="1019" y="1638"/>
                    <a:pt x="1225" y="1562"/>
                    <a:pt x="1394" y="1394"/>
                  </a:cubicBezTo>
                  <a:cubicBezTo>
                    <a:pt x="1903" y="885"/>
                    <a:pt x="1538" y="0"/>
                    <a:pt x="819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g3841cbad731_4_0"/>
            <p:cNvSpPr/>
            <p:nvPr/>
          </p:nvSpPr>
          <p:spPr>
            <a:xfrm>
              <a:off x="7579240" y="4297161"/>
              <a:ext cx="207682" cy="178039"/>
            </a:xfrm>
            <a:custGeom>
              <a:rect b="b" l="l" r="r" t="t"/>
              <a:pathLst>
                <a:path extrusionOk="0" h="1015" w="1184">
                  <a:moveTo>
                    <a:pt x="505" y="0"/>
                  </a:moveTo>
                  <a:cubicBezTo>
                    <a:pt x="246" y="0"/>
                    <a:pt x="0" y="200"/>
                    <a:pt x="0" y="506"/>
                  </a:cubicBezTo>
                  <a:cubicBezTo>
                    <a:pt x="0" y="782"/>
                    <a:pt x="221" y="1014"/>
                    <a:pt x="509" y="1014"/>
                  </a:cubicBezTo>
                  <a:cubicBezTo>
                    <a:pt x="962" y="1014"/>
                    <a:pt x="1183" y="472"/>
                    <a:pt x="863" y="152"/>
                  </a:cubicBezTo>
                  <a:cubicBezTo>
                    <a:pt x="758" y="47"/>
                    <a:pt x="630" y="0"/>
                    <a:pt x="5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g3841cbad731_4_0"/>
            <p:cNvSpPr/>
            <p:nvPr/>
          </p:nvSpPr>
          <p:spPr>
            <a:xfrm>
              <a:off x="6844109" y="4242259"/>
              <a:ext cx="333800" cy="287317"/>
            </a:xfrm>
            <a:custGeom>
              <a:rect b="b" l="l" r="r" t="t"/>
              <a:pathLst>
                <a:path extrusionOk="0" h="1638" w="1903">
                  <a:moveTo>
                    <a:pt x="819" y="0"/>
                  </a:moveTo>
                  <a:cubicBezTo>
                    <a:pt x="365" y="0"/>
                    <a:pt x="0" y="365"/>
                    <a:pt x="0" y="819"/>
                  </a:cubicBezTo>
                  <a:cubicBezTo>
                    <a:pt x="0" y="1311"/>
                    <a:pt x="399" y="1638"/>
                    <a:pt x="818" y="1638"/>
                  </a:cubicBezTo>
                  <a:cubicBezTo>
                    <a:pt x="1019" y="1638"/>
                    <a:pt x="1225" y="1562"/>
                    <a:pt x="1394" y="1394"/>
                  </a:cubicBezTo>
                  <a:cubicBezTo>
                    <a:pt x="1902" y="885"/>
                    <a:pt x="1537" y="0"/>
                    <a:pt x="819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3841cbad731_4_0"/>
            <p:cNvSpPr/>
            <p:nvPr/>
          </p:nvSpPr>
          <p:spPr>
            <a:xfrm>
              <a:off x="6898485" y="4297161"/>
              <a:ext cx="207682" cy="178039"/>
            </a:xfrm>
            <a:custGeom>
              <a:rect b="b" l="l" r="r" t="t"/>
              <a:pathLst>
                <a:path extrusionOk="0" h="1015" w="1184">
                  <a:moveTo>
                    <a:pt x="505" y="0"/>
                  </a:moveTo>
                  <a:cubicBezTo>
                    <a:pt x="246" y="0"/>
                    <a:pt x="0" y="200"/>
                    <a:pt x="0" y="506"/>
                  </a:cubicBezTo>
                  <a:cubicBezTo>
                    <a:pt x="0" y="782"/>
                    <a:pt x="221" y="1014"/>
                    <a:pt x="509" y="1014"/>
                  </a:cubicBezTo>
                  <a:cubicBezTo>
                    <a:pt x="951" y="1014"/>
                    <a:pt x="1183" y="472"/>
                    <a:pt x="863" y="152"/>
                  </a:cubicBezTo>
                  <a:cubicBezTo>
                    <a:pt x="758" y="47"/>
                    <a:pt x="630" y="0"/>
                    <a:pt x="5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g3841cbad731_4_0"/>
            <p:cNvSpPr/>
            <p:nvPr/>
          </p:nvSpPr>
          <p:spPr>
            <a:xfrm>
              <a:off x="6933391" y="4331541"/>
              <a:ext cx="106823" cy="108753"/>
            </a:xfrm>
            <a:custGeom>
              <a:rect b="b" l="l" r="r" t="t"/>
              <a:pathLst>
                <a:path extrusionOk="0" h="620" w="609">
                  <a:moveTo>
                    <a:pt x="0" y="0"/>
                  </a:moveTo>
                  <a:lnTo>
                    <a:pt x="0" y="476"/>
                  </a:lnTo>
                  <a:cubicBezTo>
                    <a:pt x="0" y="553"/>
                    <a:pt x="66" y="608"/>
                    <a:pt x="133" y="619"/>
                  </a:cubicBezTo>
                  <a:lnTo>
                    <a:pt x="476" y="619"/>
                  </a:lnTo>
                  <a:cubicBezTo>
                    <a:pt x="553" y="619"/>
                    <a:pt x="608" y="553"/>
                    <a:pt x="608" y="476"/>
                  </a:cubicBezTo>
                  <a:lnTo>
                    <a:pt x="6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3841cbad731_4_0"/>
            <p:cNvSpPr/>
            <p:nvPr/>
          </p:nvSpPr>
          <p:spPr>
            <a:xfrm>
              <a:off x="7614146" y="4331541"/>
              <a:ext cx="106823" cy="108753"/>
            </a:xfrm>
            <a:custGeom>
              <a:rect b="b" l="l" r="r" t="t"/>
              <a:pathLst>
                <a:path extrusionOk="0" h="620" w="609">
                  <a:moveTo>
                    <a:pt x="0" y="0"/>
                  </a:moveTo>
                  <a:lnTo>
                    <a:pt x="0" y="476"/>
                  </a:lnTo>
                  <a:cubicBezTo>
                    <a:pt x="0" y="553"/>
                    <a:pt x="67" y="608"/>
                    <a:pt x="133" y="619"/>
                  </a:cubicBezTo>
                  <a:lnTo>
                    <a:pt x="476" y="619"/>
                  </a:lnTo>
                  <a:cubicBezTo>
                    <a:pt x="553" y="619"/>
                    <a:pt x="609" y="553"/>
                    <a:pt x="609" y="476"/>
                  </a:cubicBezTo>
                  <a:lnTo>
                    <a:pt x="60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3841cbad731_4_0"/>
            <p:cNvSpPr/>
            <p:nvPr/>
          </p:nvSpPr>
          <p:spPr>
            <a:xfrm>
              <a:off x="7641335" y="4360483"/>
              <a:ext cx="52447" cy="50693"/>
            </a:xfrm>
            <a:custGeom>
              <a:rect b="b" l="l" r="r" t="t"/>
              <a:pathLst>
                <a:path extrusionOk="0" h="289" w="299">
                  <a:moveTo>
                    <a:pt x="0" y="1"/>
                  </a:moveTo>
                  <a:lnTo>
                    <a:pt x="0" y="288"/>
                  </a:lnTo>
                  <a:lnTo>
                    <a:pt x="299" y="288"/>
                  </a:lnTo>
                  <a:lnTo>
                    <a:pt x="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3841cbad731_4_0"/>
            <p:cNvSpPr/>
            <p:nvPr/>
          </p:nvSpPr>
          <p:spPr>
            <a:xfrm>
              <a:off x="6962508" y="4360483"/>
              <a:ext cx="50517" cy="50693"/>
            </a:xfrm>
            <a:custGeom>
              <a:rect b="b" l="l" r="r" t="t"/>
              <a:pathLst>
                <a:path extrusionOk="0" h="289" w="288">
                  <a:moveTo>
                    <a:pt x="0" y="1"/>
                  </a:moveTo>
                  <a:lnTo>
                    <a:pt x="0" y="288"/>
                  </a:lnTo>
                  <a:lnTo>
                    <a:pt x="287" y="288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841cbad731_4_0"/>
            <p:cNvSpPr/>
            <p:nvPr/>
          </p:nvSpPr>
          <p:spPr>
            <a:xfrm>
              <a:off x="6933391" y="4308212"/>
              <a:ext cx="151377" cy="25434"/>
            </a:xfrm>
            <a:custGeom>
              <a:rect b="b" l="l" r="r" t="t"/>
              <a:pathLst>
                <a:path extrusionOk="0" h="145" w="863">
                  <a:moveTo>
                    <a:pt x="277" y="0"/>
                  </a:moveTo>
                  <a:lnTo>
                    <a:pt x="0" y="144"/>
                  </a:lnTo>
                  <a:lnTo>
                    <a:pt x="863" y="144"/>
                  </a:lnTo>
                  <a:lnTo>
                    <a:pt x="863" y="11"/>
                  </a:lnTo>
                  <a:cubicBezTo>
                    <a:pt x="863" y="11"/>
                    <a:pt x="863" y="0"/>
                    <a:pt x="8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3841cbad731_4_0"/>
            <p:cNvSpPr/>
            <p:nvPr/>
          </p:nvSpPr>
          <p:spPr>
            <a:xfrm>
              <a:off x="7575381" y="4308212"/>
              <a:ext cx="145588" cy="25434"/>
            </a:xfrm>
            <a:custGeom>
              <a:rect b="b" l="l" r="r" t="t"/>
              <a:pathLst>
                <a:path extrusionOk="0" h="145" w="830">
                  <a:moveTo>
                    <a:pt x="0" y="0"/>
                  </a:moveTo>
                  <a:cubicBezTo>
                    <a:pt x="11" y="56"/>
                    <a:pt x="11" y="100"/>
                    <a:pt x="0" y="144"/>
                  </a:cubicBezTo>
                  <a:lnTo>
                    <a:pt x="830" y="144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g3841cbad731_4_0"/>
            <p:cNvSpPr/>
            <p:nvPr/>
          </p:nvSpPr>
          <p:spPr>
            <a:xfrm>
              <a:off x="6506625" y="4075447"/>
              <a:ext cx="3047179" cy="345377"/>
            </a:xfrm>
            <a:custGeom>
              <a:rect b="b" l="l" r="r" t="t"/>
              <a:pathLst>
                <a:path extrusionOk="0" h="1969" w="17372">
                  <a:moveTo>
                    <a:pt x="17129" y="244"/>
                  </a:moveTo>
                  <a:lnTo>
                    <a:pt x="17129" y="531"/>
                  </a:lnTo>
                  <a:lnTo>
                    <a:pt x="16310" y="531"/>
                  </a:lnTo>
                  <a:lnTo>
                    <a:pt x="16310" y="244"/>
                  </a:lnTo>
                  <a:close/>
                  <a:moveTo>
                    <a:pt x="1051" y="277"/>
                  </a:moveTo>
                  <a:lnTo>
                    <a:pt x="1051" y="553"/>
                  </a:lnTo>
                  <a:lnTo>
                    <a:pt x="233" y="553"/>
                  </a:lnTo>
                  <a:lnTo>
                    <a:pt x="233" y="277"/>
                  </a:lnTo>
                  <a:close/>
                  <a:moveTo>
                    <a:pt x="17129" y="852"/>
                  </a:moveTo>
                  <a:lnTo>
                    <a:pt x="17129" y="1128"/>
                  </a:lnTo>
                  <a:lnTo>
                    <a:pt x="16310" y="1128"/>
                  </a:lnTo>
                  <a:lnTo>
                    <a:pt x="16310" y="852"/>
                  </a:lnTo>
                  <a:close/>
                  <a:moveTo>
                    <a:pt x="1051" y="885"/>
                  </a:moveTo>
                  <a:lnTo>
                    <a:pt x="1051" y="1161"/>
                  </a:lnTo>
                  <a:lnTo>
                    <a:pt x="233" y="1161"/>
                  </a:lnTo>
                  <a:lnTo>
                    <a:pt x="233" y="885"/>
                  </a:lnTo>
                  <a:close/>
                  <a:moveTo>
                    <a:pt x="17129" y="1460"/>
                  </a:moveTo>
                  <a:lnTo>
                    <a:pt x="17129" y="1736"/>
                  </a:lnTo>
                  <a:lnTo>
                    <a:pt x="16310" y="1736"/>
                  </a:lnTo>
                  <a:lnTo>
                    <a:pt x="16310" y="1460"/>
                  </a:lnTo>
                  <a:close/>
                  <a:moveTo>
                    <a:pt x="1051" y="1493"/>
                  </a:moveTo>
                  <a:lnTo>
                    <a:pt x="1051" y="1770"/>
                  </a:lnTo>
                  <a:lnTo>
                    <a:pt x="233" y="1770"/>
                  </a:lnTo>
                  <a:lnTo>
                    <a:pt x="233" y="1493"/>
                  </a:lnTo>
                  <a:close/>
                  <a:moveTo>
                    <a:pt x="0" y="0"/>
                  </a:moveTo>
                  <a:lnTo>
                    <a:pt x="0" y="1969"/>
                  </a:lnTo>
                  <a:lnTo>
                    <a:pt x="1283" y="1969"/>
                  </a:lnTo>
                  <a:lnTo>
                    <a:pt x="1283" y="487"/>
                  </a:lnTo>
                  <a:lnTo>
                    <a:pt x="16089" y="487"/>
                  </a:lnTo>
                  <a:lnTo>
                    <a:pt x="16089" y="1969"/>
                  </a:lnTo>
                  <a:lnTo>
                    <a:pt x="17372" y="1969"/>
                  </a:lnTo>
                  <a:lnTo>
                    <a:pt x="17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3841cbad731_4_0"/>
            <p:cNvSpPr/>
            <p:nvPr/>
          </p:nvSpPr>
          <p:spPr>
            <a:xfrm>
              <a:off x="7065297" y="4242259"/>
              <a:ext cx="523767" cy="192247"/>
            </a:xfrm>
            <a:custGeom>
              <a:rect b="b" l="l" r="r" t="t"/>
              <a:pathLst>
                <a:path extrusionOk="0" h="1096" w="2986">
                  <a:moveTo>
                    <a:pt x="0" y="0"/>
                  </a:moveTo>
                  <a:cubicBezTo>
                    <a:pt x="254" y="144"/>
                    <a:pt x="431" y="398"/>
                    <a:pt x="476" y="686"/>
                  </a:cubicBezTo>
                  <a:lnTo>
                    <a:pt x="553" y="686"/>
                  </a:lnTo>
                  <a:lnTo>
                    <a:pt x="553" y="752"/>
                  </a:lnTo>
                  <a:cubicBezTo>
                    <a:pt x="553" y="940"/>
                    <a:pt x="708" y="1095"/>
                    <a:pt x="896" y="1095"/>
                  </a:cubicBezTo>
                  <a:lnTo>
                    <a:pt x="2101" y="1095"/>
                  </a:lnTo>
                  <a:cubicBezTo>
                    <a:pt x="2289" y="1095"/>
                    <a:pt x="2433" y="940"/>
                    <a:pt x="2433" y="752"/>
                  </a:cubicBezTo>
                  <a:lnTo>
                    <a:pt x="2433" y="675"/>
                  </a:lnTo>
                  <a:lnTo>
                    <a:pt x="2510" y="675"/>
                  </a:lnTo>
                  <a:cubicBezTo>
                    <a:pt x="2554" y="387"/>
                    <a:pt x="2731" y="144"/>
                    <a:pt x="29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g3841cbad731_4_0"/>
            <p:cNvSpPr/>
            <p:nvPr/>
          </p:nvSpPr>
          <p:spPr>
            <a:xfrm>
              <a:off x="7294028" y="4271376"/>
              <a:ext cx="66129" cy="33152"/>
            </a:xfrm>
            <a:custGeom>
              <a:rect b="b" l="l" r="r" t="t"/>
              <a:pathLst>
                <a:path extrusionOk="0" h="189" w="377">
                  <a:moveTo>
                    <a:pt x="1" y="0"/>
                  </a:moveTo>
                  <a:lnTo>
                    <a:pt x="1" y="188"/>
                  </a:lnTo>
                  <a:lnTo>
                    <a:pt x="377" y="188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3841cbad731_4_0"/>
            <p:cNvSpPr/>
            <p:nvPr/>
          </p:nvSpPr>
          <p:spPr>
            <a:xfrm>
              <a:off x="7410499" y="4271376"/>
              <a:ext cx="68058" cy="33152"/>
            </a:xfrm>
            <a:custGeom>
              <a:rect b="b" l="l" r="r" t="t"/>
              <a:pathLst>
                <a:path extrusionOk="0" h="189" w="388">
                  <a:moveTo>
                    <a:pt x="0" y="0"/>
                  </a:moveTo>
                  <a:lnTo>
                    <a:pt x="0" y="188"/>
                  </a:lnTo>
                  <a:lnTo>
                    <a:pt x="387" y="188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3841cbad731_4_0"/>
            <p:cNvSpPr/>
            <p:nvPr/>
          </p:nvSpPr>
          <p:spPr>
            <a:xfrm>
              <a:off x="7222287" y="4362412"/>
              <a:ext cx="209612" cy="44904"/>
            </a:xfrm>
            <a:custGeom>
              <a:rect b="b" l="l" r="r" t="t"/>
              <a:pathLst>
                <a:path extrusionOk="0" h="256" w="1195">
                  <a:moveTo>
                    <a:pt x="1" y="1"/>
                  </a:moveTo>
                  <a:lnTo>
                    <a:pt x="233" y="255"/>
                  </a:lnTo>
                  <a:lnTo>
                    <a:pt x="974" y="255"/>
                  </a:lnTo>
                  <a:lnTo>
                    <a:pt x="119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g3841cbad731_4_0"/>
            <p:cNvSpPr/>
            <p:nvPr/>
          </p:nvSpPr>
          <p:spPr>
            <a:xfrm>
              <a:off x="7175804" y="4271376"/>
              <a:ext cx="68058" cy="33152"/>
            </a:xfrm>
            <a:custGeom>
              <a:rect b="b" l="l" r="r" t="t"/>
              <a:pathLst>
                <a:path extrusionOk="0" h="189" w="388">
                  <a:moveTo>
                    <a:pt x="0" y="0"/>
                  </a:moveTo>
                  <a:lnTo>
                    <a:pt x="0" y="188"/>
                  </a:lnTo>
                  <a:lnTo>
                    <a:pt x="387" y="188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g3841cbad731_4_0"/>
            <p:cNvSpPr/>
            <p:nvPr/>
          </p:nvSpPr>
          <p:spPr>
            <a:xfrm>
              <a:off x="8735174" y="4185953"/>
              <a:ext cx="147518" cy="38940"/>
            </a:xfrm>
            <a:custGeom>
              <a:rect b="b" l="l" r="r" t="t"/>
              <a:pathLst>
                <a:path extrusionOk="0" h="222" w="841">
                  <a:moveTo>
                    <a:pt x="122" y="1"/>
                  </a:moveTo>
                  <a:cubicBezTo>
                    <a:pt x="56" y="1"/>
                    <a:pt x="12" y="45"/>
                    <a:pt x="12" y="111"/>
                  </a:cubicBezTo>
                  <a:lnTo>
                    <a:pt x="1" y="111"/>
                  </a:lnTo>
                  <a:cubicBezTo>
                    <a:pt x="1" y="167"/>
                    <a:pt x="56" y="211"/>
                    <a:pt x="111" y="222"/>
                  </a:cubicBezTo>
                  <a:lnTo>
                    <a:pt x="741" y="222"/>
                  </a:lnTo>
                  <a:cubicBezTo>
                    <a:pt x="797" y="211"/>
                    <a:pt x="841" y="167"/>
                    <a:pt x="841" y="111"/>
                  </a:cubicBezTo>
                  <a:cubicBezTo>
                    <a:pt x="841" y="45"/>
                    <a:pt x="797" y="1"/>
                    <a:pt x="7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g3841cbad731_4_0"/>
            <p:cNvSpPr/>
            <p:nvPr/>
          </p:nvSpPr>
          <p:spPr>
            <a:xfrm>
              <a:off x="8640104" y="4172447"/>
              <a:ext cx="81740" cy="58411"/>
            </a:xfrm>
            <a:custGeom>
              <a:rect b="b" l="l" r="r" t="t"/>
              <a:pathLst>
                <a:path extrusionOk="0" h="333" w="466">
                  <a:moveTo>
                    <a:pt x="1" y="0"/>
                  </a:moveTo>
                  <a:lnTo>
                    <a:pt x="1" y="332"/>
                  </a:lnTo>
                  <a:lnTo>
                    <a:pt x="465" y="332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g3841cbad731_4_0"/>
            <p:cNvSpPr/>
            <p:nvPr/>
          </p:nvSpPr>
          <p:spPr>
            <a:xfrm>
              <a:off x="8952504" y="4240329"/>
              <a:ext cx="335730" cy="286090"/>
            </a:xfrm>
            <a:custGeom>
              <a:rect b="b" l="l" r="r" t="t"/>
              <a:pathLst>
                <a:path extrusionOk="0" h="1631" w="1914">
                  <a:moveTo>
                    <a:pt x="818" y="0"/>
                  </a:moveTo>
                  <a:cubicBezTo>
                    <a:pt x="365" y="0"/>
                    <a:pt x="0" y="365"/>
                    <a:pt x="0" y="819"/>
                  </a:cubicBezTo>
                  <a:cubicBezTo>
                    <a:pt x="0" y="1306"/>
                    <a:pt x="407" y="1631"/>
                    <a:pt x="827" y="1631"/>
                  </a:cubicBezTo>
                  <a:cubicBezTo>
                    <a:pt x="1027" y="1631"/>
                    <a:pt x="1230" y="1557"/>
                    <a:pt x="1393" y="1394"/>
                  </a:cubicBezTo>
                  <a:cubicBezTo>
                    <a:pt x="1913" y="874"/>
                    <a:pt x="1548" y="0"/>
                    <a:pt x="818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g3841cbad731_4_0"/>
            <p:cNvSpPr/>
            <p:nvPr/>
          </p:nvSpPr>
          <p:spPr>
            <a:xfrm>
              <a:off x="9006705" y="4293653"/>
              <a:ext cx="207682" cy="177688"/>
            </a:xfrm>
            <a:custGeom>
              <a:rect b="b" l="l" r="r" t="t"/>
              <a:pathLst>
                <a:path extrusionOk="0" h="1013" w="1184">
                  <a:moveTo>
                    <a:pt x="516" y="1"/>
                  </a:moveTo>
                  <a:cubicBezTo>
                    <a:pt x="256" y="1"/>
                    <a:pt x="1" y="207"/>
                    <a:pt x="1" y="515"/>
                  </a:cubicBezTo>
                  <a:cubicBezTo>
                    <a:pt x="1" y="791"/>
                    <a:pt x="233" y="1012"/>
                    <a:pt x="509" y="1012"/>
                  </a:cubicBezTo>
                  <a:cubicBezTo>
                    <a:pt x="963" y="1012"/>
                    <a:pt x="1184" y="470"/>
                    <a:pt x="863" y="150"/>
                  </a:cubicBezTo>
                  <a:cubicBezTo>
                    <a:pt x="764" y="47"/>
                    <a:pt x="639" y="1"/>
                    <a:pt x="5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g3841cbad731_4_0"/>
            <p:cNvSpPr/>
            <p:nvPr/>
          </p:nvSpPr>
          <p:spPr>
            <a:xfrm>
              <a:off x="8271573" y="4240329"/>
              <a:ext cx="335730" cy="286090"/>
            </a:xfrm>
            <a:custGeom>
              <a:rect b="b" l="l" r="r" t="t"/>
              <a:pathLst>
                <a:path extrusionOk="0" h="1631" w="1914">
                  <a:moveTo>
                    <a:pt x="819" y="0"/>
                  </a:moveTo>
                  <a:cubicBezTo>
                    <a:pt x="366" y="0"/>
                    <a:pt x="1" y="365"/>
                    <a:pt x="1" y="819"/>
                  </a:cubicBezTo>
                  <a:cubicBezTo>
                    <a:pt x="1" y="1306"/>
                    <a:pt x="408" y="1631"/>
                    <a:pt x="828" y="1631"/>
                  </a:cubicBezTo>
                  <a:cubicBezTo>
                    <a:pt x="1028" y="1631"/>
                    <a:pt x="1230" y="1557"/>
                    <a:pt x="1394" y="1394"/>
                  </a:cubicBezTo>
                  <a:cubicBezTo>
                    <a:pt x="1914" y="874"/>
                    <a:pt x="1549" y="0"/>
                    <a:pt x="819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g3841cbad731_4_0"/>
            <p:cNvSpPr/>
            <p:nvPr/>
          </p:nvSpPr>
          <p:spPr>
            <a:xfrm>
              <a:off x="8325949" y="4293653"/>
              <a:ext cx="207682" cy="177688"/>
            </a:xfrm>
            <a:custGeom>
              <a:rect b="b" l="l" r="r" t="t"/>
              <a:pathLst>
                <a:path extrusionOk="0" h="1013" w="1184">
                  <a:moveTo>
                    <a:pt x="520" y="1"/>
                  </a:moveTo>
                  <a:cubicBezTo>
                    <a:pt x="255" y="1"/>
                    <a:pt x="0" y="207"/>
                    <a:pt x="0" y="515"/>
                  </a:cubicBezTo>
                  <a:cubicBezTo>
                    <a:pt x="0" y="791"/>
                    <a:pt x="233" y="1012"/>
                    <a:pt x="509" y="1012"/>
                  </a:cubicBezTo>
                  <a:cubicBezTo>
                    <a:pt x="962" y="1012"/>
                    <a:pt x="1184" y="470"/>
                    <a:pt x="874" y="150"/>
                  </a:cubicBezTo>
                  <a:cubicBezTo>
                    <a:pt x="771" y="47"/>
                    <a:pt x="644" y="1"/>
                    <a:pt x="5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3841cbad731_4_0"/>
            <p:cNvSpPr/>
            <p:nvPr/>
          </p:nvSpPr>
          <p:spPr>
            <a:xfrm>
              <a:off x="8362785" y="4329436"/>
              <a:ext cx="106823" cy="106999"/>
            </a:xfrm>
            <a:custGeom>
              <a:rect b="b" l="l" r="r" t="t"/>
              <a:pathLst>
                <a:path extrusionOk="0" h="610" w="609">
                  <a:moveTo>
                    <a:pt x="1" y="1"/>
                  </a:moveTo>
                  <a:lnTo>
                    <a:pt x="1" y="476"/>
                  </a:lnTo>
                  <a:cubicBezTo>
                    <a:pt x="1" y="543"/>
                    <a:pt x="56" y="609"/>
                    <a:pt x="133" y="609"/>
                  </a:cubicBezTo>
                  <a:lnTo>
                    <a:pt x="465" y="609"/>
                  </a:lnTo>
                  <a:cubicBezTo>
                    <a:pt x="542" y="609"/>
                    <a:pt x="609" y="554"/>
                    <a:pt x="609" y="476"/>
                  </a:cubicBezTo>
                  <a:lnTo>
                    <a:pt x="6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841cbad731_4_0"/>
            <p:cNvSpPr/>
            <p:nvPr/>
          </p:nvSpPr>
          <p:spPr>
            <a:xfrm>
              <a:off x="9043540" y="4329436"/>
              <a:ext cx="106823" cy="106999"/>
            </a:xfrm>
            <a:custGeom>
              <a:rect b="b" l="l" r="r" t="t"/>
              <a:pathLst>
                <a:path extrusionOk="0" h="610" w="609">
                  <a:moveTo>
                    <a:pt x="1" y="1"/>
                  </a:moveTo>
                  <a:lnTo>
                    <a:pt x="1" y="476"/>
                  </a:lnTo>
                  <a:cubicBezTo>
                    <a:pt x="1" y="543"/>
                    <a:pt x="56" y="609"/>
                    <a:pt x="133" y="609"/>
                  </a:cubicBezTo>
                  <a:lnTo>
                    <a:pt x="465" y="609"/>
                  </a:lnTo>
                  <a:cubicBezTo>
                    <a:pt x="543" y="609"/>
                    <a:pt x="609" y="554"/>
                    <a:pt x="609" y="476"/>
                  </a:cubicBezTo>
                  <a:lnTo>
                    <a:pt x="60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841cbad731_4_0"/>
            <p:cNvSpPr/>
            <p:nvPr/>
          </p:nvSpPr>
          <p:spPr>
            <a:xfrm>
              <a:off x="9070728" y="4356624"/>
              <a:ext cx="50693" cy="52622"/>
            </a:xfrm>
            <a:custGeom>
              <a:rect b="b" l="l" r="r" t="t"/>
              <a:pathLst>
                <a:path extrusionOk="0" h="300" w="289">
                  <a:moveTo>
                    <a:pt x="1" y="1"/>
                  </a:moveTo>
                  <a:lnTo>
                    <a:pt x="1" y="299"/>
                  </a:lnTo>
                  <a:lnTo>
                    <a:pt x="288" y="299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841cbad731_4_0"/>
            <p:cNvSpPr/>
            <p:nvPr/>
          </p:nvSpPr>
          <p:spPr>
            <a:xfrm>
              <a:off x="8389973" y="4356624"/>
              <a:ext cx="50517" cy="52622"/>
            </a:xfrm>
            <a:custGeom>
              <a:rect b="b" l="l" r="r" t="t"/>
              <a:pathLst>
                <a:path extrusionOk="0" h="300" w="288">
                  <a:moveTo>
                    <a:pt x="0" y="1"/>
                  </a:moveTo>
                  <a:lnTo>
                    <a:pt x="0" y="299"/>
                  </a:lnTo>
                  <a:lnTo>
                    <a:pt x="288" y="299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3841cbad731_4_0"/>
            <p:cNvSpPr/>
            <p:nvPr/>
          </p:nvSpPr>
          <p:spPr>
            <a:xfrm>
              <a:off x="8362785" y="4306282"/>
              <a:ext cx="151552" cy="23329"/>
            </a:xfrm>
            <a:custGeom>
              <a:rect b="b" l="l" r="r" t="t"/>
              <a:pathLst>
                <a:path extrusionOk="0" h="133" w="864">
                  <a:moveTo>
                    <a:pt x="277" y="0"/>
                  </a:moveTo>
                  <a:lnTo>
                    <a:pt x="1" y="133"/>
                  </a:lnTo>
                  <a:lnTo>
                    <a:pt x="852" y="133"/>
                  </a:lnTo>
                  <a:lnTo>
                    <a:pt x="852" y="11"/>
                  </a:lnTo>
                  <a:cubicBezTo>
                    <a:pt x="852" y="0"/>
                    <a:pt x="852" y="0"/>
                    <a:pt x="8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g3841cbad731_4_0"/>
            <p:cNvSpPr/>
            <p:nvPr/>
          </p:nvSpPr>
          <p:spPr>
            <a:xfrm>
              <a:off x="9004775" y="4306282"/>
              <a:ext cx="145588" cy="23329"/>
            </a:xfrm>
            <a:custGeom>
              <a:rect b="b" l="l" r="r" t="t"/>
              <a:pathLst>
                <a:path extrusionOk="0" h="133" w="830">
                  <a:moveTo>
                    <a:pt x="1" y="0"/>
                  </a:moveTo>
                  <a:cubicBezTo>
                    <a:pt x="1" y="45"/>
                    <a:pt x="1" y="89"/>
                    <a:pt x="1" y="133"/>
                  </a:cubicBezTo>
                  <a:lnTo>
                    <a:pt x="830" y="133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g3841cbad731_4_0"/>
            <p:cNvSpPr/>
            <p:nvPr/>
          </p:nvSpPr>
          <p:spPr>
            <a:xfrm>
              <a:off x="8492761" y="4240329"/>
              <a:ext cx="525872" cy="190142"/>
            </a:xfrm>
            <a:custGeom>
              <a:rect b="b" l="l" r="r" t="t"/>
              <a:pathLst>
                <a:path extrusionOk="0" h="1084" w="2998">
                  <a:moveTo>
                    <a:pt x="0" y="0"/>
                  </a:moveTo>
                  <a:cubicBezTo>
                    <a:pt x="255" y="133"/>
                    <a:pt x="432" y="387"/>
                    <a:pt x="476" y="675"/>
                  </a:cubicBezTo>
                  <a:lnTo>
                    <a:pt x="564" y="675"/>
                  </a:lnTo>
                  <a:lnTo>
                    <a:pt x="564" y="752"/>
                  </a:lnTo>
                  <a:cubicBezTo>
                    <a:pt x="564" y="940"/>
                    <a:pt x="708" y="1084"/>
                    <a:pt x="896" y="1084"/>
                  </a:cubicBezTo>
                  <a:lnTo>
                    <a:pt x="2112" y="1084"/>
                  </a:lnTo>
                  <a:cubicBezTo>
                    <a:pt x="2289" y="1084"/>
                    <a:pt x="2444" y="940"/>
                    <a:pt x="2444" y="752"/>
                  </a:cubicBezTo>
                  <a:lnTo>
                    <a:pt x="2444" y="675"/>
                  </a:lnTo>
                  <a:lnTo>
                    <a:pt x="2522" y="675"/>
                  </a:lnTo>
                  <a:cubicBezTo>
                    <a:pt x="2566" y="387"/>
                    <a:pt x="2743" y="133"/>
                    <a:pt x="29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3841cbad731_4_0"/>
            <p:cNvSpPr/>
            <p:nvPr/>
          </p:nvSpPr>
          <p:spPr>
            <a:xfrm>
              <a:off x="8721668" y="4267517"/>
              <a:ext cx="68058" cy="33152"/>
            </a:xfrm>
            <a:custGeom>
              <a:rect b="b" l="l" r="r" t="t"/>
              <a:pathLst>
                <a:path extrusionOk="0" h="189" w="388">
                  <a:moveTo>
                    <a:pt x="0" y="0"/>
                  </a:moveTo>
                  <a:lnTo>
                    <a:pt x="0" y="188"/>
                  </a:lnTo>
                  <a:lnTo>
                    <a:pt x="387" y="188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3841cbad731_4_0"/>
            <p:cNvSpPr/>
            <p:nvPr/>
          </p:nvSpPr>
          <p:spPr>
            <a:xfrm>
              <a:off x="8839892" y="4267517"/>
              <a:ext cx="68058" cy="33152"/>
            </a:xfrm>
            <a:custGeom>
              <a:rect b="b" l="l" r="r" t="t"/>
              <a:pathLst>
                <a:path extrusionOk="0" h="189" w="388">
                  <a:moveTo>
                    <a:pt x="1" y="0"/>
                  </a:moveTo>
                  <a:lnTo>
                    <a:pt x="1" y="188"/>
                  </a:lnTo>
                  <a:lnTo>
                    <a:pt x="388" y="188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3841cbad731_4_0"/>
            <p:cNvSpPr/>
            <p:nvPr/>
          </p:nvSpPr>
          <p:spPr>
            <a:xfrm>
              <a:off x="8649926" y="4358553"/>
              <a:ext cx="211541" cy="46834"/>
            </a:xfrm>
            <a:custGeom>
              <a:rect b="b" l="l" r="r" t="t"/>
              <a:pathLst>
                <a:path extrusionOk="0" h="267" w="1206">
                  <a:moveTo>
                    <a:pt x="0" y="1"/>
                  </a:moveTo>
                  <a:lnTo>
                    <a:pt x="232" y="266"/>
                  </a:lnTo>
                  <a:lnTo>
                    <a:pt x="973" y="266"/>
                  </a:lnTo>
                  <a:lnTo>
                    <a:pt x="12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g3841cbad731_4_0"/>
            <p:cNvSpPr/>
            <p:nvPr/>
          </p:nvSpPr>
          <p:spPr>
            <a:xfrm>
              <a:off x="8605198" y="4267517"/>
              <a:ext cx="66129" cy="33152"/>
            </a:xfrm>
            <a:custGeom>
              <a:rect b="b" l="l" r="r" t="t"/>
              <a:pathLst>
                <a:path extrusionOk="0" h="189" w="377">
                  <a:moveTo>
                    <a:pt x="1" y="0"/>
                  </a:moveTo>
                  <a:lnTo>
                    <a:pt x="1" y="188"/>
                  </a:lnTo>
                  <a:lnTo>
                    <a:pt x="377" y="188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2" name="Google Shape;682;g3841cbad731_4_0"/>
          <p:cNvGrpSpPr/>
          <p:nvPr/>
        </p:nvGrpSpPr>
        <p:grpSpPr>
          <a:xfrm>
            <a:off x="701320" y="6998482"/>
            <a:ext cx="1603682" cy="2522494"/>
            <a:chOff x="-3882175" y="2494675"/>
            <a:chExt cx="1407074" cy="2517415"/>
          </a:xfrm>
        </p:grpSpPr>
        <p:sp>
          <p:nvSpPr>
            <p:cNvPr id="683" name="Google Shape;683;g3841cbad731_4_0"/>
            <p:cNvSpPr/>
            <p:nvPr/>
          </p:nvSpPr>
          <p:spPr>
            <a:xfrm>
              <a:off x="-3197920" y="4233031"/>
              <a:ext cx="115694" cy="779059"/>
            </a:xfrm>
            <a:custGeom>
              <a:rect b="b" l="l" r="r" t="t"/>
              <a:pathLst>
                <a:path extrusionOk="0" h="2909" w="432">
                  <a:moveTo>
                    <a:pt x="431" y="2908"/>
                  </a:moveTo>
                  <a:lnTo>
                    <a:pt x="0" y="2908"/>
                  </a:lnTo>
                  <a:lnTo>
                    <a:pt x="78" y="0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g3841cbad731_4_0"/>
            <p:cNvSpPr/>
            <p:nvPr/>
          </p:nvSpPr>
          <p:spPr>
            <a:xfrm>
              <a:off x="-3129896" y="4233031"/>
              <a:ext cx="56508" cy="779059"/>
            </a:xfrm>
            <a:custGeom>
              <a:rect b="b" l="l" r="r" t="t"/>
              <a:pathLst>
                <a:path extrusionOk="0" h="2909" w="211">
                  <a:moveTo>
                    <a:pt x="211" y="2908"/>
                  </a:moveTo>
                  <a:lnTo>
                    <a:pt x="1" y="2908"/>
                  </a:lnTo>
                  <a:lnTo>
                    <a:pt x="1" y="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g3841cbad731_4_0"/>
            <p:cNvSpPr/>
            <p:nvPr/>
          </p:nvSpPr>
          <p:spPr>
            <a:xfrm>
              <a:off x="-3103115" y="4194467"/>
              <a:ext cx="189609" cy="364489"/>
            </a:xfrm>
            <a:custGeom>
              <a:rect b="b" l="l" r="r" t="t"/>
              <a:pathLst>
                <a:path extrusionOk="0" h="1361" w="708">
                  <a:moveTo>
                    <a:pt x="22" y="1360"/>
                  </a:moveTo>
                  <a:lnTo>
                    <a:pt x="0" y="1294"/>
                  </a:lnTo>
                  <a:cubicBezTo>
                    <a:pt x="464" y="1062"/>
                    <a:pt x="630" y="476"/>
                    <a:pt x="354" y="45"/>
                  </a:cubicBezTo>
                  <a:lnTo>
                    <a:pt x="409" y="0"/>
                  </a:lnTo>
                  <a:cubicBezTo>
                    <a:pt x="708" y="476"/>
                    <a:pt x="531" y="1117"/>
                    <a:pt x="22" y="13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3841cbad731_4_0"/>
            <p:cNvSpPr/>
            <p:nvPr/>
          </p:nvSpPr>
          <p:spPr>
            <a:xfrm>
              <a:off x="-3369854" y="4158848"/>
              <a:ext cx="207553" cy="376273"/>
            </a:xfrm>
            <a:custGeom>
              <a:rect b="b" l="l" r="r" t="t"/>
              <a:pathLst>
                <a:path extrusionOk="0" h="1405" w="775">
                  <a:moveTo>
                    <a:pt x="709" y="1405"/>
                  </a:moveTo>
                  <a:cubicBezTo>
                    <a:pt x="189" y="1151"/>
                    <a:pt x="1" y="487"/>
                    <a:pt x="322" y="1"/>
                  </a:cubicBezTo>
                  <a:lnTo>
                    <a:pt x="432" y="78"/>
                  </a:lnTo>
                  <a:cubicBezTo>
                    <a:pt x="167" y="498"/>
                    <a:pt x="322" y="1062"/>
                    <a:pt x="775" y="1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3841cbad731_4_0"/>
            <p:cNvSpPr/>
            <p:nvPr/>
          </p:nvSpPr>
          <p:spPr>
            <a:xfrm>
              <a:off x="-3882175" y="2497621"/>
              <a:ext cx="1407074" cy="2055442"/>
            </a:xfrm>
            <a:custGeom>
              <a:rect b="b" l="l" r="r" t="t"/>
              <a:pathLst>
                <a:path extrusionOk="0" h="7675" w="5254">
                  <a:moveTo>
                    <a:pt x="4988" y="3340"/>
                  </a:moveTo>
                  <a:cubicBezTo>
                    <a:pt x="4966" y="3196"/>
                    <a:pt x="4922" y="3052"/>
                    <a:pt x="4844" y="2920"/>
                  </a:cubicBezTo>
                  <a:cubicBezTo>
                    <a:pt x="4944" y="2787"/>
                    <a:pt x="4988" y="2632"/>
                    <a:pt x="4988" y="2466"/>
                  </a:cubicBezTo>
                  <a:cubicBezTo>
                    <a:pt x="4988" y="2079"/>
                    <a:pt x="4700" y="1747"/>
                    <a:pt x="4313" y="1681"/>
                  </a:cubicBezTo>
                  <a:cubicBezTo>
                    <a:pt x="4523" y="1294"/>
                    <a:pt x="4313" y="830"/>
                    <a:pt x="3904" y="708"/>
                  </a:cubicBezTo>
                  <a:cubicBezTo>
                    <a:pt x="3783" y="299"/>
                    <a:pt x="3451" y="0"/>
                    <a:pt x="3053" y="0"/>
                  </a:cubicBezTo>
                  <a:cubicBezTo>
                    <a:pt x="2688" y="11"/>
                    <a:pt x="2367" y="255"/>
                    <a:pt x="2257" y="609"/>
                  </a:cubicBezTo>
                  <a:cubicBezTo>
                    <a:pt x="2124" y="531"/>
                    <a:pt x="1980" y="498"/>
                    <a:pt x="1836" y="498"/>
                  </a:cubicBezTo>
                  <a:cubicBezTo>
                    <a:pt x="1317" y="509"/>
                    <a:pt x="908" y="940"/>
                    <a:pt x="919" y="1460"/>
                  </a:cubicBezTo>
                  <a:cubicBezTo>
                    <a:pt x="919" y="1626"/>
                    <a:pt x="952" y="1781"/>
                    <a:pt x="1029" y="1924"/>
                  </a:cubicBezTo>
                  <a:cubicBezTo>
                    <a:pt x="852" y="2035"/>
                    <a:pt x="698" y="2179"/>
                    <a:pt x="565" y="2356"/>
                  </a:cubicBezTo>
                  <a:cubicBezTo>
                    <a:pt x="543" y="2389"/>
                    <a:pt x="532" y="2422"/>
                    <a:pt x="510" y="2455"/>
                  </a:cubicBezTo>
                  <a:lnTo>
                    <a:pt x="498" y="2477"/>
                  </a:lnTo>
                  <a:cubicBezTo>
                    <a:pt x="476" y="2499"/>
                    <a:pt x="465" y="2522"/>
                    <a:pt x="454" y="2544"/>
                  </a:cubicBezTo>
                  <a:lnTo>
                    <a:pt x="443" y="2555"/>
                  </a:lnTo>
                  <a:lnTo>
                    <a:pt x="443" y="2577"/>
                  </a:lnTo>
                  <a:lnTo>
                    <a:pt x="432" y="2599"/>
                  </a:lnTo>
                  <a:lnTo>
                    <a:pt x="432" y="2599"/>
                  </a:lnTo>
                  <a:lnTo>
                    <a:pt x="432" y="2621"/>
                  </a:lnTo>
                  <a:lnTo>
                    <a:pt x="421" y="2643"/>
                  </a:lnTo>
                  <a:lnTo>
                    <a:pt x="410" y="2665"/>
                  </a:lnTo>
                  <a:lnTo>
                    <a:pt x="410" y="2665"/>
                  </a:lnTo>
                  <a:cubicBezTo>
                    <a:pt x="410" y="2676"/>
                    <a:pt x="399" y="2687"/>
                    <a:pt x="399" y="2687"/>
                  </a:cubicBezTo>
                  <a:lnTo>
                    <a:pt x="388" y="2709"/>
                  </a:lnTo>
                  <a:lnTo>
                    <a:pt x="388" y="2721"/>
                  </a:lnTo>
                  <a:lnTo>
                    <a:pt x="377" y="2776"/>
                  </a:lnTo>
                  <a:cubicBezTo>
                    <a:pt x="377" y="2787"/>
                    <a:pt x="366" y="2809"/>
                    <a:pt x="355" y="2820"/>
                  </a:cubicBezTo>
                  <a:lnTo>
                    <a:pt x="355" y="2820"/>
                  </a:lnTo>
                  <a:cubicBezTo>
                    <a:pt x="355" y="2842"/>
                    <a:pt x="355" y="2853"/>
                    <a:pt x="344" y="2875"/>
                  </a:cubicBezTo>
                  <a:cubicBezTo>
                    <a:pt x="344" y="2886"/>
                    <a:pt x="344" y="2897"/>
                    <a:pt x="344" y="2897"/>
                  </a:cubicBezTo>
                  <a:lnTo>
                    <a:pt x="344" y="2931"/>
                  </a:lnTo>
                  <a:cubicBezTo>
                    <a:pt x="277" y="3240"/>
                    <a:pt x="311" y="3550"/>
                    <a:pt x="432" y="3837"/>
                  </a:cubicBezTo>
                  <a:cubicBezTo>
                    <a:pt x="156" y="4158"/>
                    <a:pt x="1" y="4567"/>
                    <a:pt x="1" y="4998"/>
                  </a:cubicBezTo>
                  <a:cubicBezTo>
                    <a:pt x="1" y="5009"/>
                    <a:pt x="1" y="5021"/>
                    <a:pt x="1" y="5032"/>
                  </a:cubicBezTo>
                  <a:cubicBezTo>
                    <a:pt x="1" y="5054"/>
                    <a:pt x="1" y="5065"/>
                    <a:pt x="1" y="5076"/>
                  </a:cubicBezTo>
                  <a:lnTo>
                    <a:pt x="1" y="5087"/>
                  </a:lnTo>
                  <a:lnTo>
                    <a:pt x="1" y="5120"/>
                  </a:lnTo>
                  <a:lnTo>
                    <a:pt x="1" y="5131"/>
                  </a:lnTo>
                  <a:cubicBezTo>
                    <a:pt x="1" y="5142"/>
                    <a:pt x="1" y="5153"/>
                    <a:pt x="1" y="5164"/>
                  </a:cubicBezTo>
                  <a:lnTo>
                    <a:pt x="1" y="5175"/>
                  </a:lnTo>
                  <a:lnTo>
                    <a:pt x="1" y="5208"/>
                  </a:lnTo>
                  <a:lnTo>
                    <a:pt x="1" y="5208"/>
                  </a:lnTo>
                  <a:cubicBezTo>
                    <a:pt x="1" y="5220"/>
                    <a:pt x="1" y="5231"/>
                    <a:pt x="1" y="5242"/>
                  </a:cubicBezTo>
                  <a:lnTo>
                    <a:pt x="1" y="5253"/>
                  </a:lnTo>
                  <a:lnTo>
                    <a:pt x="1" y="5286"/>
                  </a:lnTo>
                  <a:lnTo>
                    <a:pt x="1" y="5297"/>
                  </a:lnTo>
                  <a:lnTo>
                    <a:pt x="1" y="5319"/>
                  </a:lnTo>
                  <a:lnTo>
                    <a:pt x="1" y="5341"/>
                  </a:lnTo>
                  <a:cubicBezTo>
                    <a:pt x="1" y="5352"/>
                    <a:pt x="1" y="5363"/>
                    <a:pt x="1" y="5363"/>
                  </a:cubicBezTo>
                  <a:cubicBezTo>
                    <a:pt x="1" y="5374"/>
                    <a:pt x="12" y="5396"/>
                    <a:pt x="12" y="5408"/>
                  </a:cubicBezTo>
                  <a:lnTo>
                    <a:pt x="12" y="5419"/>
                  </a:lnTo>
                  <a:lnTo>
                    <a:pt x="23" y="5441"/>
                  </a:lnTo>
                  <a:lnTo>
                    <a:pt x="23" y="5463"/>
                  </a:lnTo>
                  <a:lnTo>
                    <a:pt x="23" y="5485"/>
                  </a:lnTo>
                  <a:lnTo>
                    <a:pt x="23" y="5496"/>
                  </a:lnTo>
                  <a:lnTo>
                    <a:pt x="23" y="5518"/>
                  </a:lnTo>
                  <a:lnTo>
                    <a:pt x="23" y="5540"/>
                  </a:lnTo>
                  <a:cubicBezTo>
                    <a:pt x="23" y="5540"/>
                    <a:pt x="23" y="5551"/>
                    <a:pt x="23" y="5562"/>
                  </a:cubicBezTo>
                  <a:lnTo>
                    <a:pt x="23" y="5573"/>
                  </a:lnTo>
                  <a:lnTo>
                    <a:pt x="34" y="5596"/>
                  </a:lnTo>
                  <a:lnTo>
                    <a:pt x="34" y="5618"/>
                  </a:lnTo>
                  <a:lnTo>
                    <a:pt x="34" y="5629"/>
                  </a:lnTo>
                  <a:cubicBezTo>
                    <a:pt x="34" y="5640"/>
                    <a:pt x="45" y="5651"/>
                    <a:pt x="45" y="5662"/>
                  </a:cubicBezTo>
                  <a:lnTo>
                    <a:pt x="45" y="5673"/>
                  </a:lnTo>
                  <a:lnTo>
                    <a:pt x="56" y="5695"/>
                  </a:lnTo>
                  <a:lnTo>
                    <a:pt x="56" y="5706"/>
                  </a:lnTo>
                  <a:lnTo>
                    <a:pt x="56" y="5728"/>
                  </a:lnTo>
                  <a:lnTo>
                    <a:pt x="78" y="5750"/>
                  </a:lnTo>
                  <a:lnTo>
                    <a:pt x="78" y="5761"/>
                  </a:lnTo>
                  <a:lnTo>
                    <a:pt x="78" y="5772"/>
                  </a:lnTo>
                  <a:cubicBezTo>
                    <a:pt x="78" y="5783"/>
                    <a:pt x="89" y="5795"/>
                    <a:pt x="89" y="5806"/>
                  </a:cubicBezTo>
                  <a:lnTo>
                    <a:pt x="134" y="5883"/>
                  </a:lnTo>
                  <a:cubicBezTo>
                    <a:pt x="421" y="6381"/>
                    <a:pt x="919" y="6701"/>
                    <a:pt x="1472" y="6779"/>
                  </a:cubicBezTo>
                  <a:cubicBezTo>
                    <a:pt x="3241" y="7674"/>
                    <a:pt x="5253" y="6093"/>
                    <a:pt x="4789" y="4158"/>
                  </a:cubicBezTo>
                  <a:cubicBezTo>
                    <a:pt x="4944" y="3915"/>
                    <a:pt x="5021" y="3627"/>
                    <a:pt x="4988" y="334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g3841cbad731_4_0"/>
            <p:cNvSpPr/>
            <p:nvPr/>
          </p:nvSpPr>
          <p:spPr>
            <a:xfrm>
              <a:off x="-3882175" y="2494675"/>
              <a:ext cx="1335836" cy="1617037"/>
            </a:xfrm>
            <a:custGeom>
              <a:rect b="b" l="l" r="r" t="t"/>
              <a:pathLst>
                <a:path extrusionOk="0" h="6038" w="4988">
                  <a:moveTo>
                    <a:pt x="4933" y="3130"/>
                  </a:moveTo>
                  <a:cubicBezTo>
                    <a:pt x="4910" y="3063"/>
                    <a:pt x="4877" y="2997"/>
                    <a:pt x="4844" y="2931"/>
                  </a:cubicBezTo>
                  <a:cubicBezTo>
                    <a:pt x="4944" y="2798"/>
                    <a:pt x="4988" y="2643"/>
                    <a:pt x="4988" y="2477"/>
                  </a:cubicBezTo>
                  <a:cubicBezTo>
                    <a:pt x="4988" y="2090"/>
                    <a:pt x="4700" y="1758"/>
                    <a:pt x="4313" y="1692"/>
                  </a:cubicBezTo>
                  <a:cubicBezTo>
                    <a:pt x="4523" y="1305"/>
                    <a:pt x="4313" y="841"/>
                    <a:pt x="3904" y="719"/>
                  </a:cubicBezTo>
                  <a:cubicBezTo>
                    <a:pt x="3783" y="310"/>
                    <a:pt x="3451" y="0"/>
                    <a:pt x="3053" y="0"/>
                  </a:cubicBezTo>
                  <a:cubicBezTo>
                    <a:pt x="2688" y="22"/>
                    <a:pt x="2367" y="266"/>
                    <a:pt x="2257" y="609"/>
                  </a:cubicBezTo>
                  <a:cubicBezTo>
                    <a:pt x="2124" y="542"/>
                    <a:pt x="1980" y="509"/>
                    <a:pt x="1836" y="498"/>
                  </a:cubicBezTo>
                  <a:cubicBezTo>
                    <a:pt x="1317" y="520"/>
                    <a:pt x="908" y="951"/>
                    <a:pt x="919" y="1471"/>
                  </a:cubicBezTo>
                  <a:cubicBezTo>
                    <a:pt x="919" y="1637"/>
                    <a:pt x="952" y="1792"/>
                    <a:pt x="1029" y="1935"/>
                  </a:cubicBezTo>
                  <a:cubicBezTo>
                    <a:pt x="852" y="2046"/>
                    <a:pt x="698" y="2190"/>
                    <a:pt x="565" y="2367"/>
                  </a:cubicBezTo>
                  <a:cubicBezTo>
                    <a:pt x="543" y="2400"/>
                    <a:pt x="532" y="2433"/>
                    <a:pt x="510" y="2455"/>
                  </a:cubicBezTo>
                  <a:lnTo>
                    <a:pt x="498" y="2477"/>
                  </a:lnTo>
                  <a:cubicBezTo>
                    <a:pt x="476" y="2510"/>
                    <a:pt x="465" y="2533"/>
                    <a:pt x="454" y="2555"/>
                  </a:cubicBezTo>
                  <a:lnTo>
                    <a:pt x="443" y="2566"/>
                  </a:lnTo>
                  <a:lnTo>
                    <a:pt x="443" y="2588"/>
                  </a:lnTo>
                  <a:lnTo>
                    <a:pt x="432" y="2599"/>
                  </a:lnTo>
                  <a:lnTo>
                    <a:pt x="432" y="2610"/>
                  </a:lnTo>
                  <a:lnTo>
                    <a:pt x="432" y="2632"/>
                  </a:lnTo>
                  <a:lnTo>
                    <a:pt x="421" y="2643"/>
                  </a:lnTo>
                  <a:lnTo>
                    <a:pt x="410" y="2665"/>
                  </a:lnTo>
                  <a:lnTo>
                    <a:pt x="410" y="2676"/>
                  </a:lnTo>
                  <a:cubicBezTo>
                    <a:pt x="410" y="2687"/>
                    <a:pt x="399" y="2698"/>
                    <a:pt x="399" y="2698"/>
                  </a:cubicBezTo>
                  <a:lnTo>
                    <a:pt x="388" y="2720"/>
                  </a:lnTo>
                  <a:lnTo>
                    <a:pt x="388" y="2732"/>
                  </a:lnTo>
                  <a:lnTo>
                    <a:pt x="377" y="2776"/>
                  </a:lnTo>
                  <a:cubicBezTo>
                    <a:pt x="377" y="2798"/>
                    <a:pt x="366" y="2820"/>
                    <a:pt x="355" y="2831"/>
                  </a:cubicBezTo>
                  <a:lnTo>
                    <a:pt x="355" y="2831"/>
                  </a:lnTo>
                  <a:cubicBezTo>
                    <a:pt x="355" y="2853"/>
                    <a:pt x="355" y="2864"/>
                    <a:pt x="344" y="2886"/>
                  </a:cubicBezTo>
                  <a:cubicBezTo>
                    <a:pt x="344" y="2897"/>
                    <a:pt x="344" y="2897"/>
                    <a:pt x="344" y="2908"/>
                  </a:cubicBezTo>
                  <a:lnTo>
                    <a:pt x="344" y="2942"/>
                  </a:lnTo>
                  <a:cubicBezTo>
                    <a:pt x="277" y="3240"/>
                    <a:pt x="311" y="3561"/>
                    <a:pt x="432" y="3848"/>
                  </a:cubicBezTo>
                  <a:cubicBezTo>
                    <a:pt x="156" y="4169"/>
                    <a:pt x="1" y="4578"/>
                    <a:pt x="1" y="5009"/>
                  </a:cubicBezTo>
                  <a:cubicBezTo>
                    <a:pt x="1" y="5020"/>
                    <a:pt x="1" y="5032"/>
                    <a:pt x="1" y="5043"/>
                  </a:cubicBezTo>
                  <a:cubicBezTo>
                    <a:pt x="1" y="5054"/>
                    <a:pt x="1" y="5076"/>
                    <a:pt x="1" y="5087"/>
                  </a:cubicBezTo>
                  <a:lnTo>
                    <a:pt x="1" y="5098"/>
                  </a:lnTo>
                  <a:lnTo>
                    <a:pt x="1" y="5131"/>
                  </a:lnTo>
                  <a:lnTo>
                    <a:pt x="1" y="5142"/>
                  </a:lnTo>
                  <a:cubicBezTo>
                    <a:pt x="1" y="5153"/>
                    <a:pt x="1" y="5164"/>
                    <a:pt x="1" y="5164"/>
                  </a:cubicBezTo>
                  <a:lnTo>
                    <a:pt x="1" y="5175"/>
                  </a:lnTo>
                  <a:lnTo>
                    <a:pt x="1" y="5208"/>
                  </a:lnTo>
                  <a:lnTo>
                    <a:pt x="1" y="5219"/>
                  </a:lnTo>
                  <a:cubicBezTo>
                    <a:pt x="1" y="5231"/>
                    <a:pt x="1" y="5242"/>
                    <a:pt x="1" y="5253"/>
                  </a:cubicBezTo>
                  <a:lnTo>
                    <a:pt x="1" y="5264"/>
                  </a:lnTo>
                  <a:lnTo>
                    <a:pt x="1" y="5297"/>
                  </a:lnTo>
                  <a:lnTo>
                    <a:pt x="1" y="5308"/>
                  </a:lnTo>
                  <a:lnTo>
                    <a:pt x="1" y="5330"/>
                  </a:lnTo>
                  <a:lnTo>
                    <a:pt x="1" y="5352"/>
                  </a:lnTo>
                  <a:cubicBezTo>
                    <a:pt x="1" y="5363"/>
                    <a:pt x="1" y="5363"/>
                    <a:pt x="1" y="5374"/>
                  </a:cubicBezTo>
                  <a:cubicBezTo>
                    <a:pt x="1" y="5385"/>
                    <a:pt x="12" y="5396"/>
                    <a:pt x="12" y="5419"/>
                  </a:cubicBezTo>
                  <a:lnTo>
                    <a:pt x="12" y="5430"/>
                  </a:lnTo>
                  <a:lnTo>
                    <a:pt x="23" y="5452"/>
                  </a:lnTo>
                  <a:lnTo>
                    <a:pt x="23" y="5463"/>
                  </a:lnTo>
                  <a:lnTo>
                    <a:pt x="23" y="5496"/>
                  </a:lnTo>
                  <a:lnTo>
                    <a:pt x="23" y="5507"/>
                  </a:lnTo>
                  <a:lnTo>
                    <a:pt x="23" y="5529"/>
                  </a:lnTo>
                  <a:lnTo>
                    <a:pt x="23" y="5540"/>
                  </a:lnTo>
                  <a:cubicBezTo>
                    <a:pt x="23" y="5551"/>
                    <a:pt x="23" y="5562"/>
                    <a:pt x="23" y="5573"/>
                  </a:cubicBezTo>
                  <a:lnTo>
                    <a:pt x="23" y="5584"/>
                  </a:lnTo>
                  <a:lnTo>
                    <a:pt x="34" y="5607"/>
                  </a:lnTo>
                  <a:lnTo>
                    <a:pt x="34" y="5629"/>
                  </a:lnTo>
                  <a:lnTo>
                    <a:pt x="34" y="5640"/>
                  </a:lnTo>
                  <a:cubicBezTo>
                    <a:pt x="34" y="5651"/>
                    <a:pt x="45" y="5662"/>
                    <a:pt x="45" y="5673"/>
                  </a:cubicBezTo>
                  <a:lnTo>
                    <a:pt x="45" y="5673"/>
                  </a:lnTo>
                  <a:lnTo>
                    <a:pt x="56" y="5706"/>
                  </a:lnTo>
                  <a:lnTo>
                    <a:pt x="56" y="5717"/>
                  </a:lnTo>
                  <a:lnTo>
                    <a:pt x="56" y="5728"/>
                  </a:lnTo>
                  <a:lnTo>
                    <a:pt x="78" y="5761"/>
                  </a:lnTo>
                  <a:lnTo>
                    <a:pt x="78" y="5772"/>
                  </a:lnTo>
                  <a:lnTo>
                    <a:pt x="78" y="5783"/>
                  </a:lnTo>
                  <a:cubicBezTo>
                    <a:pt x="78" y="5794"/>
                    <a:pt x="89" y="5806"/>
                    <a:pt x="89" y="5817"/>
                  </a:cubicBezTo>
                  <a:lnTo>
                    <a:pt x="134" y="5894"/>
                  </a:lnTo>
                  <a:cubicBezTo>
                    <a:pt x="167" y="5949"/>
                    <a:pt x="189" y="5994"/>
                    <a:pt x="222" y="6038"/>
                  </a:cubicBezTo>
                  <a:cubicBezTo>
                    <a:pt x="808" y="6027"/>
                    <a:pt x="1383" y="5916"/>
                    <a:pt x="1925" y="5728"/>
                  </a:cubicBezTo>
                  <a:cubicBezTo>
                    <a:pt x="3396" y="5242"/>
                    <a:pt x="4446" y="4257"/>
                    <a:pt x="4933" y="3130"/>
                  </a:cubicBezTo>
                  <a:close/>
                </a:path>
              </a:pathLst>
            </a:custGeom>
            <a:solidFill>
              <a:srgbClr val="3185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g3841cbad731_4_0"/>
            <p:cNvSpPr/>
            <p:nvPr/>
          </p:nvSpPr>
          <p:spPr>
            <a:xfrm>
              <a:off x="-3423148" y="2938704"/>
              <a:ext cx="266739" cy="317355"/>
            </a:xfrm>
            <a:custGeom>
              <a:rect b="b" l="l" r="r" t="t"/>
              <a:pathLst>
                <a:path extrusionOk="0" h="1185" w="996">
                  <a:moveTo>
                    <a:pt x="753" y="1074"/>
                  </a:moveTo>
                  <a:cubicBezTo>
                    <a:pt x="565" y="1184"/>
                    <a:pt x="288" y="1051"/>
                    <a:pt x="145" y="786"/>
                  </a:cubicBezTo>
                  <a:cubicBezTo>
                    <a:pt x="1" y="521"/>
                    <a:pt x="34" y="222"/>
                    <a:pt x="233" y="112"/>
                  </a:cubicBezTo>
                  <a:cubicBezTo>
                    <a:pt x="432" y="1"/>
                    <a:pt x="709" y="134"/>
                    <a:pt x="852" y="399"/>
                  </a:cubicBezTo>
                  <a:cubicBezTo>
                    <a:pt x="996" y="664"/>
                    <a:pt x="952" y="974"/>
                    <a:pt x="753" y="10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3841cbad731_4_0"/>
            <p:cNvSpPr/>
            <p:nvPr/>
          </p:nvSpPr>
          <p:spPr>
            <a:xfrm>
              <a:off x="-3585977" y="3279359"/>
              <a:ext cx="915375" cy="1069365"/>
            </a:xfrm>
            <a:custGeom>
              <a:rect b="b" l="l" r="r" t="t"/>
              <a:pathLst>
                <a:path extrusionOk="0" h="3993" w="3418">
                  <a:moveTo>
                    <a:pt x="1681" y="520"/>
                  </a:moveTo>
                  <a:cubicBezTo>
                    <a:pt x="1648" y="565"/>
                    <a:pt x="1626" y="609"/>
                    <a:pt x="1604" y="664"/>
                  </a:cubicBezTo>
                  <a:cubicBezTo>
                    <a:pt x="1482" y="952"/>
                    <a:pt x="1250" y="1195"/>
                    <a:pt x="963" y="1316"/>
                  </a:cubicBezTo>
                  <a:cubicBezTo>
                    <a:pt x="642" y="1427"/>
                    <a:pt x="388" y="1670"/>
                    <a:pt x="255" y="1980"/>
                  </a:cubicBezTo>
                  <a:cubicBezTo>
                    <a:pt x="1" y="2577"/>
                    <a:pt x="255" y="3285"/>
                    <a:pt x="841" y="3583"/>
                  </a:cubicBezTo>
                  <a:cubicBezTo>
                    <a:pt x="1681" y="3992"/>
                    <a:pt x="2654" y="3351"/>
                    <a:pt x="2621" y="2422"/>
                  </a:cubicBezTo>
                  <a:cubicBezTo>
                    <a:pt x="2599" y="2157"/>
                    <a:pt x="2710" y="1902"/>
                    <a:pt x="2931" y="1737"/>
                  </a:cubicBezTo>
                  <a:cubicBezTo>
                    <a:pt x="3373" y="1416"/>
                    <a:pt x="3417" y="775"/>
                    <a:pt x="3030" y="388"/>
                  </a:cubicBezTo>
                  <a:cubicBezTo>
                    <a:pt x="2643" y="1"/>
                    <a:pt x="1991" y="67"/>
                    <a:pt x="1681" y="520"/>
                  </a:cubicBezTo>
                  <a:close/>
                </a:path>
              </a:pathLst>
            </a:custGeom>
            <a:solidFill>
              <a:srgbClr val="3185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3841cbad731_4_0"/>
            <p:cNvSpPr/>
            <p:nvPr/>
          </p:nvSpPr>
          <p:spPr>
            <a:xfrm>
              <a:off x="-3553304" y="3217227"/>
              <a:ext cx="870918" cy="859134"/>
            </a:xfrm>
            <a:custGeom>
              <a:rect b="b" l="l" r="r" t="t"/>
              <a:pathLst>
                <a:path extrusionOk="0" h="3208" w="3252">
                  <a:moveTo>
                    <a:pt x="1559" y="752"/>
                  </a:moveTo>
                  <a:cubicBezTo>
                    <a:pt x="1526" y="797"/>
                    <a:pt x="1504" y="841"/>
                    <a:pt x="1482" y="896"/>
                  </a:cubicBezTo>
                  <a:cubicBezTo>
                    <a:pt x="1360" y="1184"/>
                    <a:pt x="1128" y="1427"/>
                    <a:pt x="841" y="1548"/>
                  </a:cubicBezTo>
                  <a:cubicBezTo>
                    <a:pt x="520" y="1659"/>
                    <a:pt x="266" y="1902"/>
                    <a:pt x="133" y="2212"/>
                  </a:cubicBezTo>
                  <a:cubicBezTo>
                    <a:pt x="0" y="2533"/>
                    <a:pt x="0" y="2897"/>
                    <a:pt x="144" y="3207"/>
                  </a:cubicBezTo>
                  <a:cubicBezTo>
                    <a:pt x="354" y="3163"/>
                    <a:pt x="564" y="3108"/>
                    <a:pt x="774" y="3030"/>
                  </a:cubicBezTo>
                  <a:cubicBezTo>
                    <a:pt x="1725" y="2709"/>
                    <a:pt x="2555" y="2112"/>
                    <a:pt x="3174" y="1327"/>
                  </a:cubicBezTo>
                  <a:cubicBezTo>
                    <a:pt x="3251" y="421"/>
                    <a:pt x="2079" y="0"/>
                    <a:pt x="1559" y="75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g3841cbad731_4_0"/>
            <p:cNvSpPr/>
            <p:nvPr/>
          </p:nvSpPr>
          <p:spPr>
            <a:xfrm>
              <a:off x="-3124004" y="3063236"/>
              <a:ext cx="178094" cy="213445"/>
            </a:xfrm>
            <a:custGeom>
              <a:rect b="b" l="l" r="r" t="t"/>
              <a:pathLst>
                <a:path extrusionOk="0" h="797" w="665">
                  <a:moveTo>
                    <a:pt x="542" y="597"/>
                  </a:moveTo>
                  <a:cubicBezTo>
                    <a:pt x="343" y="797"/>
                    <a:pt x="1" y="631"/>
                    <a:pt x="34" y="343"/>
                  </a:cubicBezTo>
                  <a:cubicBezTo>
                    <a:pt x="78" y="67"/>
                    <a:pt x="454" y="0"/>
                    <a:pt x="587" y="244"/>
                  </a:cubicBezTo>
                  <a:cubicBezTo>
                    <a:pt x="664" y="354"/>
                    <a:pt x="642" y="509"/>
                    <a:pt x="542" y="59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g3841cbad731_4_0"/>
            <p:cNvSpPr/>
            <p:nvPr/>
          </p:nvSpPr>
          <p:spPr>
            <a:xfrm>
              <a:off x="-3763535" y="3427458"/>
              <a:ext cx="266739" cy="311195"/>
            </a:xfrm>
            <a:custGeom>
              <a:rect b="b" l="l" r="r" t="t"/>
              <a:pathLst>
                <a:path extrusionOk="0" h="1162" w="996">
                  <a:moveTo>
                    <a:pt x="752" y="1062"/>
                  </a:moveTo>
                  <a:cubicBezTo>
                    <a:pt x="564" y="1162"/>
                    <a:pt x="288" y="1040"/>
                    <a:pt x="144" y="774"/>
                  </a:cubicBezTo>
                  <a:cubicBezTo>
                    <a:pt x="0" y="509"/>
                    <a:pt x="44" y="211"/>
                    <a:pt x="232" y="100"/>
                  </a:cubicBezTo>
                  <a:cubicBezTo>
                    <a:pt x="431" y="0"/>
                    <a:pt x="708" y="122"/>
                    <a:pt x="852" y="387"/>
                  </a:cubicBezTo>
                  <a:cubicBezTo>
                    <a:pt x="995" y="653"/>
                    <a:pt x="951" y="962"/>
                    <a:pt x="752" y="106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4" name="Google Shape;694;g3841cbad731_4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2339" y="4153213"/>
            <a:ext cx="1201023" cy="80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g3841cbad731_4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6425" y="3188075"/>
            <a:ext cx="832851" cy="787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g3841cbad731_4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54300" y="5132150"/>
            <a:ext cx="832859" cy="80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g3841cbad731_4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08200" y="6280500"/>
            <a:ext cx="7493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g3841cbad731_4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08200" y="7324762"/>
            <a:ext cx="749300" cy="749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g3841cbad731_4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08197" y="8424236"/>
            <a:ext cx="749301" cy="749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g3841cbad731_4_0" title="logocss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16425" y="5052313"/>
            <a:ext cx="661025" cy="93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841cbad731_4_23"/>
          <p:cNvSpPr txBox="1"/>
          <p:nvPr/>
        </p:nvSpPr>
        <p:spPr>
          <a:xfrm>
            <a:off x="4316375" y="1343125"/>
            <a:ext cx="8994900" cy="1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rPr b="0" i="0" lang="en-US" sz="3466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Demostración de los resultados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t/>
            </a:r>
            <a:endParaRPr b="1" i="0" sz="4866" u="none" cap="none" strike="noStrike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706" name="Google Shape;706;g3841cbad731_4_23"/>
          <p:cNvSpPr/>
          <p:nvPr/>
        </p:nvSpPr>
        <p:spPr>
          <a:xfrm>
            <a:off x="1350400" y="-1095979"/>
            <a:ext cx="3301969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7" name="Google Shape;707;g3841cbad731_4_23"/>
          <p:cNvSpPr/>
          <p:nvPr/>
        </p:nvSpPr>
        <p:spPr>
          <a:xfrm>
            <a:off x="13701592" y="-547833"/>
            <a:ext cx="3744147" cy="2888342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08" name="Google Shape;708;g3841cbad731_4_23"/>
          <p:cNvGrpSpPr/>
          <p:nvPr/>
        </p:nvGrpSpPr>
        <p:grpSpPr>
          <a:xfrm>
            <a:off x="0" y="9523652"/>
            <a:ext cx="18288000" cy="933252"/>
            <a:chOff x="0" y="-38100"/>
            <a:chExt cx="4810915" cy="252900"/>
          </a:xfrm>
        </p:grpSpPr>
        <p:sp>
          <p:nvSpPr>
            <p:cNvPr id="709" name="Google Shape;709;g3841cbad731_4_23"/>
            <p:cNvSpPr/>
            <p:nvPr/>
          </p:nvSpPr>
          <p:spPr>
            <a:xfrm>
              <a:off x="0" y="0"/>
              <a:ext cx="4810915" cy="214749"/>
            </a:xfrm>
            <a:custGeom>
              <a:rect b="b" l="l" r="r" t="t"/>
              <a:pathLst>
                <a:path extrusionOk="0" h="214749" w="4810915">
                  <a:moveTo>
                    <a:pt x="0" y="0"/>
                  </a:moveTo>
                  <a:lnTo>
                    <a:pt x="4810915" y="0"/>
                  </a:lnTo>
                  <a:lnTo>
                    <a:pt x="4810915" y="214749"/>
                  </a:lnTo>
                  <a:lnTo>
                    <a:pt x="0" y="214749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710" name="Google Shape;710;g3841cbad731_4_23"/>
            <p:cNvSpPr txBox="1"/>
            <p:nvPr/>
          </p:nvSpPr>
          <p:spPr>
            <a:xfrm>
              <a:off x="0" y="-38100"/>
              <a:ext cx="48108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1" name="Google Shape;711;g3841cbad731_4_23"/>
          <p:cNvGrpSpPr/>
          <p:nvPr/>
        </p:nvGrpSpPr>
        <p:grpSpPr>
          <a:xfrm>
            <a:off x="3813301" y="1343121"/>
            <a:ext cx="391290" cy="478983"/>
            <a:chOff x="5049725" y="2635825"/>
            <a:chExt cx="481825" cy="451700"/>
          </a:xfrm>
        </p:grpSpPr>
        <p:sp>
          <p:nvSpPr>
            <p:cNvPr id="712" name="Google Shape;712;g3841cbad731_4_23"/>
            <p:cNvSpPr/>
            <p:nvPr/>
          </p:nvSpPr>
          <p:spPr>
            <a:xfrm>
              <a:off x="5135325" y="3031050"/>
              <a:ext cx="310550" cy="56475"/>
            </a:xfrm>
            <a:custGeom>
              <a:rect b="b" l="l" r="r" t="t"/>
              <a:pathLst>
                <a:path extrusionOk="0" h="2259" w="12422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5575" lIns="75575" spcFirstLastPara="1" rIns="75575" wrap="square" tIns="75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7"/>
                <a:buFont typeface="Arial"/>
                <a:buNone/>
              </a:pPr>
              <a:r>
                <a:t/>
              </a:r>
              <a:endParaRPr b="0" i="0" sz="744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g3841cbad731_4_23"/>
            <p:cNvSpPr/>
            <p:nvPr/>
          </p:nvSpPr>
          <p:spPr>
            <a:xfrm>
              <a:off x="5049725" y="2946350"/>
              <a:ext cx="481825" cy="56500"/>
            </a:xfrm>
            <a:custGeom>
              <a:rect b="b" l="l" r="r" t="t"/>
              <a:pathLst>
                <a:path extrusionOk="0" h="2260" w="19273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5575" lIns="75575" spcFirstLastPara="1" rIns="75575" wrap="square" tIns="75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7"/>
                <a:buFont typeface="Arial"/>
                <a:buNone/>
              </a:pPr>
              <a:r>
                <a:t/>
              </a:r>
              <a:endParaRPr b="0" i="0" sz="744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g3841cbad731_4_23"/>
            <p:cNvSpPr/>
            <p:nvPr/>
          </p:nvSpPr>
          <p:spPr>
            <a:xfrm>
              <a:off x="5049725" y="2635825"/>
              <a:ext cx="481825" cy="282325"/>
            </a:xfrm>
            <a:custGeom>
              <a:rect b="b" l="l" r="r" t="t"/>
              <a:pathLst>
                <a:path extrusionOk="0" h="11293" w="19273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5575" lIns="75575" spcFirstLastPara="1" rIns="75575" wrap="square" tIns="75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7"/>
                <a:buFont typeface="Arial"/>
                <a:buNone/>
              </a:pPr>
              <a:r>
                <a:t/>
              </a:r>
              <a:endParaRPr b="0" i="0" sz="744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5" name="Google Shape;715;g3841cbad731_4_23"/>
          <p:cNvGrpSpPr/>
          <p:nvPr/>
        </p:nvGrpSpPr>
        <p:grpSpPr>
          <a:xfrm>
            <a:off x="17445738" y="-361461"/>
            <a:ext cx="842261" cy="11445375"/>
            <a:chOff x="0" y="-38100"/>
            <a:chExt cx="312987" cy="3014400"/>
          </a:xfrm>
        </p:grpSpPr>
        <p:sp>
          <p:nvSpPr>
            <p:cNvPr id="716" name="Google Shape;716;g3841cbad731_4_23"/>
            <p:cNvSpPr/>
            <p:nvPr/>
          </p:nvSpPr>
          <p:spPr>
            <a:xfrm>
              <a:off x="0" y="0"/>
              <a:ext cx="312987" cy="2976155"/>
            </a:xfrm>
            <a:custGeom>
              <a:rect b="b" l="l" r="r" t="t"/>
              <a:pathLst>
                <a:path extrusionOk="0" h="2976155" w="312987">
                  <a:moveTo>
                    <a:pt x="0" y="0"/>
                  </a:moveTo>
                  <a:lnTo>
                    <a:pt x="312987" y="0"/>
                  </a:lnTo>
                  <a:lnTo>
                    <a:pt x="312987" y="2976155"/>
                  </a:lnTo>
                  <a:lnTo>
                    <a:pt x="0" y="2976155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717" name="Google Shape;717;g3841cbad731_4_23"/>
            <p:cNvSpPr txBox="1"/>
            <p:nvPr/>
          </p:nvSpPr>
          <p:spPr>
            <a:xfrm>
              <a:off x="0" y="-38100"/>
              <a:ext cx="312900" cy="30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18" name="Google Shape;718;g3841cbad731_4_23" title="2025 12 05 - MetroCultural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3300" y="2578375"/>
            <a:ext cx="9482425" cy="53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g3841cbad731_4_23"/>
          <p:cNvSpPr txBox="1"/>
          <p:nvPr/>
        </p:nvSpPr>
        <p:spPr>
          <a:xfrm>
            <a:off x="5926925" y="8723750"/>
            <a:ext cx="54342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https://youtu.be/MM9aLJYgtf0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4" name="Google Shape;724;p20"/>
          <p:cNvGrpSpPr/>
          <p:nvPr/>
        </p:nvGrpSpPr>
        <p:grpSpPr>
          <a:xfrm>
            <a:off x="17445738" y="-361461"/>
            <a:ext cx="842261" cy="11445375"/>
            <a:chOff x="0" y="-38100"/>
            <a:chExt cx="312987" cy="3014400"/>
          </a:xfrm>
        </p:grpSpPr>
        <p:sp>
          <p:nvSpPr>
            <p:cNvPr id="725" name="Google Shape;725;p20"/>
            <p:cNvSpPr/>
            <p:nvPr/>
          </p:nvSpPr>
          <p:spPr>
            <a:xfrm>
              <a:off x="0" y="0"/>
              <a:ext cx="312987" cy="2976155"/>
            </a:xfrm>
            <a:custGeom>
              <a:rect b="b" l="l" r="r" t="t"/>
              <a:pathLst>
                <a:path extrusionOk="0" h="2976155" w="312987">
                  <a:moveTo>
                    <a:pt x="0" y="0"/>
                  </a:moveTo>
                  <a:lnTo>
                    <a:pt x="312987" y="0"/>
                  </a:lnTo>
                  <a:lnTo>
                    <a:pt x="312987" y="2976155"/>
                  </a:lnTo>
                  <a:lnTo>
                    <a:pt x="0" y="2976155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726" name="Google Shape;726;p20"/>
            <p:cNvSpPr txBox="1"/>
            <p:nvPr/>
          </p:nvSpPr>
          <p:spPr>
            <a:xfrm>
              <a:off x="0" y="-38100"/>
              <a:ext cx="312900" cy="30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7" name="Google Shape;727;p20"/>
          <p:cNvSpPr txBox="1"/>
          <p:nvPr/>
        </p:nvSpPr>
        <p:spPr>
          <a:xfrm>
            <a:off x="4706799" y="728225"/>
            <a:ext cx="8367900" cy="17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rPr b="0" i="0" lang="en-US" sz="4866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Problemas durante el desarrollo</a:t>
            </a:r>
            <a:r>
              <a:rPr b="1" i="0" lang="en-US" sz="4866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endParaRPr b="1" i="0" sz="4866" u="none" cap="none" strike="noStrike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728" name="Google Shape;728;p20"/>
          <p:cNvSpPr/>
          <p:nvPr/>
        </p:nvSpPr>
        <p:spPr>
          <a:xfrm>
            <a:off x="1350400" y="-1095979"/>
            <a:ext cx="3301969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29" name="Google Shape;729;p20"/>
          <p:cNvSpPr/>
          <p:nvPr/>
        </p:nvSpPr>
        <p:spPr>
          <a:xfrm>
            <a:off x="13701592" y="-547833"/>
            <a:ext cx="3744147" cy="2888342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30" name="Google Shape;730;p20"/>
          <p:cNvGrpSpPr/>
          <p:nvPr/>
        </p:nvGrpSpPr>
        <p:grpSpPr>
          <a:xfrm>
            <a:off x="0" y="9558775"/>
            <a:ext cx="18288000" cy="933252"/>
            <a:chOff x="0" y="-38100"/>
            <a:chExt cx="4810915" cy="252900"/>
          </a:xfrm>
        </p:grpSpPr>
        <p:sp>
          <p:nvSpPr>
            <p:cNvPr id="731" name="Google Shape;731;p20"/>
            <p:cNvSpPr/>
            <p:nvPr/>
          </p:nvSpPr>
          <p:spPr>
            <a:xfrm>
              <a:off x="0" y="0"/>
              <a:ext cx="4810915" cy="214749"/>
            </a:xfrm>
            <a:custGeom>
              <a:rect b="b" l="l" r="r" t="t"/>
              <a:pathLst>
                <a:path extrusionOk="0" h="214749" w="4810915">
                  <a:moveTo>
                    <a:pt x="0" y="0"/>
                  </a:moveTo>
                  <a:lnTo>
                    <a:pt x="4810915" y="0"/>
                  </a:lnTo>
                  <a:lnTo>
                    <a:pt x="4810915" y="214749"/>
                  </a:lnTo>
                  <a:lnTo>
                    <a:pt x="0" y="214749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732" name="Google Shape;732;p20"/>
            <p:cNvSpPr txBox="1"/>
            <p:nvPr/>
          </p:nvSpPr>
          <p:spPr>
            <a:xfrm>
              <a:off x="0" y="-38100"/>
              <a:ext cx="48108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3" name="Google Shape;733;p20"/>
          <p:cNvGrpSpPr/>
          <p:nvPr/>
        </p:nvGrpSpPr>
        <p:grpSpPr>
          <a:xfrm>
            <a:off x="4497018" y="876884"/>
            <a:ext cx="544030" cy="457299"/>
            <a:chOff x="-3030525" y="3973150"/>
            <a:chExt cx="293025" cy="257575"/>
          </a:xfrm>
        </p:grpSpPr>
        <p:sp>
          <p:nvSpPr>
            <p:cNvPr id="734" name="Google Shape;734;p20"/>
            <p:cNvSpPr/>
            <p:nvPr/>
          </p:nvSpPr>
          <p:spPr>
            <a:xfrm>
              <a:off x="-3029750" y="397315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1702" y="1355"/>
                  </a:moveTo>
                  <a:cubicBezTo>
                    <a:pt x="1891" y="1355"/>
                    <a:pt x="2049" y="1513"/>
                    <a:pt x="2049" y="1702"/>
                  </a:cubicBezTo>
                  <a:cubicBezTo>
                    <a:pt x="2049" y="1922"/>
                    <a:pt x="1891" y="2080"/>
                    <a:pt x="1702" y="2080"/>
                  </a:cubicBezTo>
                  <a:cubicBezTo>
                    <a:pt x="1513" y="2080"/>
                    <a:pt x="1356" y="1922"/>
                    <a:pt x="1356" y="1702"/>
                  </a:cubicBezTo>
                  <a:cubicBezTo>
                    <a:pt x="1356" y="1513"/>
                    <a:pt x="1513" y="1355"/>
                    <a:pt x="1702" y="1355"/>
                  </a:cubicBezTo>
                  <a:close/>
                  <a:moveTo>
                    <a:pt x="3088" y="1355"/>
                  </a:moveTo>
                  <a:cubicBezTo>
                    <a:pt x="3277" y="1355"/>
                    <a:pt x="3435" y="1513"/>
                    <a:pt x="3435" y="1702"/>
                  </a:cubicBezTo>
                  <a:cubicBezTo>
                    <a:pt x="3435" y="1922"/>
                    <a:pt x="3277" y="2080"/>
                    <a:pt x="3088" y="2080"/>
                  </a:cubicBezTo>
                  <a:cubicBezTo>
                    <a:pt x="2868" y="2080"/>
                    <a:pt x="2710" y="1922"/>
                    <a:pt x="2710" y="1702"/>
                  </a:cubicBezTo>
                  <a:cubicBezTo>
                    <a:pt x="2710" y="1513"/>
                    <a:pt x="2868" y="1355"/>
                    <a:pt x="3088" y="1355"/>
                  </a:cubicBezTo>
                  <a:close/>
                  <a:moveTo>
                    <a:pt x="9925" y="1387"/>
                  </a:moveTo>
                  <a:cubicBezTo>
                    <a:pt x="10366" y="1387"/>
                    <a:pt x="10366" y="2080"/>
                    <a:pt x="9925" y="2080"/>
                  </a:cubicBezTo>
                  <a:lnTo>
                    <a:pt x="5829" y="2080"/>
                  </a:lnTo>
                  <a:cubicBezTo>
                    <a:pt x="5388" y="2080"/>
                    <a:pt x="5357" y="1387"/>
                    <a:pt x="5829" y="138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58" y="505"/>
                    <a:pt x="11248" y="1"/>
                    <a:pt x="106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20"/>
            <p:cNvSpPr/>
            <p:nvPr/>
          </p:nvSpPr>
          <p:spPr>
            <a:xfrm>
              <a:off x="-3030525" y="4059000"/>
              <a:ext cx="292225" cy="171725"/>
            </a:xfrm>
            <a:custGeom>
              <a:rect b="b" l="l" r="r" t="t"/>
              <a:pathLst>
                <a:path extrusionOk="0" h="6869" w="11689">
                  <a:moveTo>
                    <a:pt x="3773" y="1366"/>
                  </a:moveTo>
                  <a:cubicBezTo>
                    <a:pt x="4065" y="1366"/>
                    <a:pt x="4260" y="1775"/>
                    <a:pt x="3970" y="1985"/>
                  </a:cubicBezTo>
                  <a:lnTo>
                    <a:pt x="2363" y="3088"/>
                  </a:lnTo>
                  <a:lnTo>
                    <a:pt x="3970" y="4191"/>
                  </a:lnTo>
                  <a:cubicBezTo>
                    <a:pt x="4252" y="4370"/>
                    <a:pt x="4075" y="4801"/>
                    <a:pt x="3795" y="4801"/>
                  </a:cubicBezTo>
                  <a:cubicBezTo>
                    <a:pt x="3731" y="4801"/>
                    <a:pt x="3662" y="4779"/>
                    <a:pt x="3592" y="4726"/>
                  </a:cubicBezTo>
                  <a:lnTo>
                    <a:pt x="1544" y="3372"/>
                  </a:lnTo>
                  <a:cubicBezTo>
                    <a:pt x="1324" y="3246"/>
                    <a:pt x="1324" y="2962"/>
                    <a:pt x="1544" y="2805"/>
                  </a:cubicBezTo>
                  <a:lnTo>
                    <a:pt x="3592" y="1418"/>
                  </a:lnTo>
                  <a:cubicBezTo>
                    <a:pt x="3654" y="1382"/>
                    <a:pt x="3715" y="1366"/>
                    <a:pt x="3773" y="1366"/>
                  </a:cubicBezTo>
                  <a:close/>
                  <a:moveTo>
                    <a:pt x="7912" y="1407"/>
                  </a:moveTo>
                  <a:cubicBezTo>
                    <a:pt x="7979" y="1407"/>
                    <a:pt x="8053" y="1429"/>
                    <a:pt x="8129" y="1481"/>
                  </a:cubicBezTo>
                  <a:lnTo>
                    <a:pt x="10145" y="2836"/>
                  </a:lnTo>
                  <a:cubicBezTo>
                    <a:pt x="10366" y="2962"/>
                    <a:pt x="10366" y="3277"/>
                    <a:pt x="10145" y="3403"/>
                  </a:cubicBezTo>
                  <a:lnTo>
                    <a:pt x="8129" y="4789"/>
                  </a:lnTo>
                  <a:cubicBezTo>
                    <a:pt x="8061" y="4826"/>
                    <a:pt x="7996" y="4841"/>
                    <a:pt x="7935" y="4841"/>
                  </a:cubicBezTo>
                  <a:cubicBezTo>
                    <a:pt x="7624" y="4841"/>
                    <a:pt x="7430" y="4433"/>
                    <a:pt x="7719" y="4222"/>
                  </a:cubicBezTo>
                  <a:lnTo>
                    <a:pt x="9326" y="3120"/>
                  </a:lnTo>
                  <a:lnTo>
                    <a:pt x="7719" y="2017"/>
                  </a:lnTo>
                  <a:cubicBezTo>
                    <a:pt x="7437" y="1837"/>
                    <a:pt x="7615" y="1407"/>
                    <a:pt x="7912" y="1407"/>
                  </a:cubicBezTo>
                  <a:close/>
                  <a:moveTo>
                    <a:pt x="6515" y="714"/>
                  </a:moveTo>
                  <a:cubicBezTo>
                    <a:pt x="6728" y="714"/>
                    <a:pt x="6948" y="909"/>
                    <a:pt x="6868" y="1166"/>
                  </a:cubicBezTo>
                  <a:lnTo>
                    <a:pt x="5482" y="5262"/>
                  </a:lnTo>
                  <a:cubicBezTo>
                    <a:pt x="5434" y="5420"/>
                    <a:pt x="5306" y="5489"/>
                    <a:pt x="5176" y="5489"/>
                  </a:cubicBezTo>
                  <a:cubicBezTo>
                    <a:pt x="4968" y="5489"/>
                    <a:pt x="4755" y="5313"/>
                    <a:pt x="4852" y="5041"/>
                  </a:cubicBezTo>
                  <a:lnTo>
                    <a:pt x="6207" y="946"/>
                  </a:lnTo>
                  <a:cubicBezTo>
                    <a:pt x="6265" y="782"/>
                    <a:pt x="6389" y="714"/>
                    <a:pt x="6515" y="714"/>
                  </a:cubicBezTo>
                  <a:close/>
                  <a:moveTo>
                    <a:pt x="0" y="1"/>
                  </a:moveTo>
                  <a:lnTo>
                    <a:pt x="0" y="5829"/>
                  </a:lnTo>
                  <a:lnTo>
                    <a:pt x="32" y="5829"/>
                  </a:lnTo>
                  <a:cubicBezTo>
                    <a:pt x="32" y="6396"/>
                    <a:pt x="504" y="6869"/>
                    <a:pt x="1072" y="6869"/>
                  </a:cubicBezTo>
                  <a:lnTo>
                    <a:pt x="10681" y="6869"/>
                  </a:lnTo>
                  <a:cubicBezTo>
                    <a:pt x="11216" y="6869"/>
                    <a:pt x="11689" y="6396"/>
                    <a:pt x="11689" y="5829"/>
                  </a:cubicBezTo>
                  <a:lnTo>
                    <a:pt x="116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6" name="Google Shape;736;p20"/>
          <p:cNvSpPr txBox="1"/>
          <p:nvPr/>
        </p:nvSpPr>
        <p:spPr>
          <a:xfrm>
            <a:off x="299400" y="3311550"/>
            <a:ext cx="10520100" cy="3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Al intentar hacer un </a:t>
            </a:r>
            <a:r>
              <a:rPr lang="en-US" sz="190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US" sz="1900">
                <a:solidFill>
                  <a:schemeClr val="dk1"/>
                </a:solidFill>
              </a:rPr>
              <a:t> sobre la tabla </a:t>
            </a:r>
            <a:r>
              <a:rPr lang="en-US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cliente_perfil</a:t>
            </a:r>
            <a:r>
              <a:rPr lang="en-US" sz="1900">
                <a:solidFill>
                  <a:schemeClr val="dk1"/>
                </a:solidFill>
              </a:rPr>
              <a:t>, la operación devolvía: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HTTP 204 (sin contenido) Y no actualizaba nada en la tabla.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El problema estaba en las </a:t>
            </a:r>
            <a:r>
              <a:rPr b="1" lang="en-US" sz="1900">
                <a:solidFill>
                  <a:schemeClr val="dk1"/>
                </a:solidFill>
              </a:rPr>
              <a:t>Row Level Security Policies (RLS)</a:t>
            </a:r>
            <a:r>
              <a:rPr lang="en-US" sz="1900">
                <a:solidFill>
                  <a:schemeClr val="dk1"/>
                </a:solidFill>
              </a:rPr>
              <a:t> de la tabla, que no </a:t>
            </a:r>
            <a:r>
              <a:rPr lang="en-US" sz="1900">
                <a:solidFill>
                  <a:schemeClr val="dk1"/>
                </a:solidFill>
              </a:rPr>
              <a:t>permitía</a:t>
            </a:r>
            <a:r>
              <a:rPr lang="en-US" sz="1900">
                <a:solidFill>
                  <a:schemeClr val="dk1"/>
                </a:solidFill>
              </a:rPr>
              <a:t> </a:t>
            </a:r>
            <a:r>
              <a:rPr lang="en-US" sz="1900">
                <a:solidFill>
                  <a:schemeClr val="dk1"/>
                </a:solidFill>
              </a:rPr>
              <a:t>acceder</a:t>
            </a:r>
            <a:r>
              <a:rPr lang="en-US" sz="1900">
                <a:solidFill>
                  <a:schemeClr val="dk1"/>
                </a:solidFill>
              </a:rPr>
              <a:t> al usuario a dicha </a:t>
            </a:r>
            <a:r>
              <a:rPr lang="en-US" sz="1900">
                <a:solidFill>
                  <a:schemeClr val="dk1"/>
                </a:solidFill>
              </a:rPr>
              <a:t>información</a:t>
            </a:r>
            <a:r>
              <a:rPr lang="en-US" sz="1900">
                <a:solidFill>
                  <a:schemeClr val="dk1"/>
                </a:solidFill>
              </a:rPr>
              <a:t> , ni hacer cambios.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7" name="Google Shape;73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28375" y="3209250"/>
            <a:ext cx="6165975" cy="51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9405" y="4363788"/>
            <a:ext cx="9546851" cy="28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1"/>
          <p:cNvSpPr txBox="1"/>
          <p:nvPr/>
        </p:nvSpPr>
        <p:spPr>
          <a:xfrm>
            <a:off x="4365635" y="2625557"/>
            <a:ext cx="8367900" cy="17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rPr b="0" i="0" lang="en-US" sz="4866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Lecciones aprendidas</a:t>
            </a:r>
            <a:endParaRPr b="0" i="0" sz="4866" u="none" cap="none" strike="noStrike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744" name="Google Shape;744;p21"/>
          <p:cNvSpPr/>
          <p:nvPr/>
        </p:nvSpPr>
        <p:spPr>
          <a:xfrm>
            <a:off x="596932" y="-1009869"/>
            <a:ext cx="3301969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5" name="Google Shape;745;p21"/>
          <p:cNvSpPr/>
          <p:nvPr/>
        </p:nvSpPr>
        <p:spPr>
          <a:xfrm>
            <a:off x="14055077" y="-262803"/>
            <a:ext cx="3744147" cy="2888342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46" name="Google Shape;746;p21"/>
          <p:cNvGrpSpPr/>
          <p:nvPr/>
        </p:nvGrpSpPr>
        <p:grpSpPr>
          <a:xfrm>
            <a:off x="0" y="9523652"/>
            <a:ext cx="18288000" cy="933252"/>
            <a:chOff x="0" y="-38100"/>
            <a:chExt cx="4810915" cy="252900"/>
          </a:xfrm>
        </p:grpSpPr>
        <p:sp>
          <p:nvSpPr>
            <p:cNvPr id="747" name="Google Shape;747;p21"/>
            <p:cNvSpPr/>
            <p:nvPr/>
          </p:nvSpPr>
          <p:spPr>
            <a:xfrm>
              <a:off x="0" y="0"/>
              <a:ext cx="4810915" cy="214749"/>
            </a:xfrm>
            <a:custGeom>
              <a:rect b="b" l="l" r="r" t="t"/>
              <a:pathLst>
                <a:path extrusionOk="0" h="214749" w="4810915">
                  <a:moveTo>
                    <a:pt x="0" y="0"/>
                  </a:moveTo>
                  <a:lnTo>
                    <a:pt x="4810915" y="0"/>
                  </a:lnTo>
                  <a:lnTo>
                    <a:pt x="4810915" y="214749"/>
                  </a:lnTo>
                  <a:lnTo>
                    <a:pt x="0" y="214749"/>
                  </a:lnTo>
                  <a:close/>
                </a:path>
              </a:pathLst>
            </a:custGeom>
            <a:solidFill>
              <a:srgbClr val="47322F"/>
            </a:solidFill>
            <a:ln>
              <a:noFill/>
            </a:ln>
          </p:spPr>
        </p:sp>
        <p:sp>
          <p:nvSpPr>
            <p:cNvPr id="748" name="Google Shape;748;p21"/>
            <p:cNvSpPr txBox="1"/>
            <p:nvPr/>
          </p:nvSpPr>
          <p:spPr>
            <a:xfrm>
              <a:off x="0" y="-38100"/>
              <a:ext cx="4810800" cy="252900"/>
            </a:xfrm>
            <a:prstGeom prst="rect">
              <a:avLst/>
            </a:prstGeom>
            <a:solidFill>
              <a:srgbClr val="47322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9" name="Google Shape;749;p21"/>
          <p:cNvGrpSpPr/>
          <p:nvPr/>
        </p:nvGrpSpPr>
        <p:grpSpPr>
          <a:xfrm>
            <a:off x="16626963" y="7369603"/>
            <a:ext cx="1196577" cy="2153860"/>
            <a:chOff x="152700" y="2332825"/>
            <a:chExt cx="1036528" cy="2197224"/>
          </a:xfrm>
        </p:grpSpPr>
        <p:sp>
          <p:nvSpPr>
            <p:cNvPr id="750" name="Google Shape;750;p21"/>
            <p:cNvSpPr/>
            <p:nvPr/>
          </p:nvSpPr>
          <p:spPr>
            <a:xfrm>
              <a:off x="677722" y="2976053"/>
              <a:ext cx="111607" cy="1369765"/>
            </a:xfrm>
            <a:custGeom>
              <a:rect b="b" l="l" r="r" t="t"/>
              <a:pathLst>
                <a:path extrusionOk="0" h="4357" w="355">
                  <a:moveTo>
                    <a:pt x="1" y="0"/>
                  </a:moveTo>
                  <a:lnTo>
                    <a:pt x="1" y="4357"/>
                  </a:lnTo>
                  <a:lnTo>
                    <a:pt x="354" y="4357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21"/>
            <p:cNvSpPr/>
            <p:nvPr/>
          </p:nvSpPr>
          <p:spPr>
            <a:xfrm>
              <a:off x="733368" y="2976053"/>
              <a:ext cx="55961" cy="1369765"/>
            </a:xfrm>
            <a:custGeom>
              <a:rect b="b" l="l" r="r" t="t"/>
              <a:pathLst>
                <a:path extrusionOk="0" h="4357" w="178">
                  <a:moveTo>
                    <a:pt x="1" y="0"/>
                  </a:moveTo>
                  <a:lnTo>
                    <a:pt x="1" y="4357"/>
                  </a:lnTo>
                  <a:lnTo>
                    <a:pt x="177" y="435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21"/>
            <p:cNvSpPr/>
            <p:nvPr/>
          </p:nvSpPr>
          <p:spPr>
            <a:xfrm>
              <a:off x="677722" y="3198322"/>
              <a:ext cx="111607" cy="76081"/>
            </a:xfrm>
            <a:custGeom>
              <a:rect b="b" l="l" r="r" t="t"/>
              <a:pathLst>
                <a:path extrusionOk="0" h="242" w="355">
                  <a:moveTo>
                    <a:pt x="1" y="1"/>
                  </a:moveTo>
                  <a:lnTo>
                    <a:pt x="1" y="233"/>
                  </a:lnTo>
                  <a:cubicBezTo>
                    <a:pt x="61" y="238"/>
                    <a:pt x="122" y="241"/>
                    <a:pt x="182" y="241"/>
                  </a:cubicBezTo>
                  <a:cubicBezTo>
                    <a:pt x="241" y="241"/>
                    <a:pt x="299" y="238"/>
                    <a:pt x="354" y="233"/>
                  </a:cubicBezTo>
                  <a:lnTo>
                    <a:pt x="354" y="1"/>
                  </a:lnTo>
                  <a:cubicBezTo>
                    <a:pt x="299" y="12"/>
                    <a:pt x="244" y="12"/>
                    <a:pt x="178" y="12"/>
                  </a:cubicBezTo>
                  <a:cubicBezTo>
                    <a:pt x="122" y="12"/>
                    <a:pt x="56" y="1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21"/>
            <p:cNvSpPr/>
            <p:nvPr/>
          </p:nvSpPr>
          <p:spPr>
            <a:xfrm>
              <a:off x="344160" y="4348965"/>
              <a:ext cx="782504" cy="181084"/>
            </a:xfrm>
            <a:custGeom>
              <a:rect b="b" l="l" r="r" t="t"/>
              <a:pathLst>
                <a:path extrusionOk="0" h="576" w="2489">
                  <a:moveTo>
                    <a:pt x="575" y="1"/>
                  </a:moveTo>
                  <a:cubicBezTo>
                    <a:pt x="254" y="1"/>
                    <a:pt x="0" y="255"/>
                    <a:pt x="0" y="576"/>
                  </a:cubicBezTo>
                  <a:lnTo>
                    <a:pt x="2488" y="576"/>
                  </a:lnTo>
                  <a:cubicBezTo>
                    <a:pt x="2488" y="255"/>
                    <a:pt x="2223" y="1"/>
                    <a:pt x="1902" y="1"/>
                  </a:cubicBezTo>
                  <a:close/>
                </a:path>
              </a:pathLst>
            </a:custGeom>
            <a:solidFill>
              <a:srgbClr val="473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21"/>
            <p:cNvSpPr/>
            <p:nvPr/>
          </p:nvSpPr>
          <p:spPr>
            <a:xfrm>
              <a:off x="173764" y="2332825"/>
              <a:ext cx="1015464" cy="870525"/>
            </a:xfrm>
            <a:custGeom>
              <a:rect b="b" l="l" r="r" t="t"/>
              <a:pathLst>
                <a:path extrusionOk="0" h="2769" w="3230">
                  <a:moveTo>
                    <a:pt x="1847" y="0"/>
                  </a:moveTo>
                  <a:cubicBezTo>
                    <a:pt x="619" y="0"/>
                    <a:pt x="0" y="1493"/>
                    <a:pt x="874" y="2367"/>
                  </a:cubicBezTo>
                  <a:cubicBezTo>
                    <a:pt x="1151" y="2644"/>
                    <a:pt x="1494" y="2768"/>
                    <a:pt x="1831" y="2768"/>
                  </a:cubicBezTo>
                  <a:cubicBezTo>
                    <a:pt x="2542" y="2768"/>
                    <a:pt x="3229" y="2215"/>
                    <a:pt x="3229" y="1383"/>
                  </a:cubicBezTo>
                  <a:cubicBezTo>
                    <a:pt x="3229" y="620"/>
                    <a:pt x="2610" y="0"/>
                    <a:pt x="18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21"/>
            <p:cNvSpPr/>
            <p:nvPr/>
          </p:nvSpPr>
          <p:spPr>
            <a:xfrm>
              <a:off x="197971" y="2367407"/>
              <a:ext cx="935610" cy="801361"/>
            </a:xfrm>
            <a:custGeom>
              <a:rect b="b" l="l" r="r" t="t"/>
              <a:pathLst>
                <a:path extrusionOk="0" h="2549" w="2976">
                  <a:moveTo>
                    <a:pt x="1704" y="1"/>
                  </a:moveTo>
                  <a:cubicBezTo>
                    <a:pt x="576" y="1"/>
                    <a:pt x="1" y="1372"/>
                    <a:pt x="808" y="2168"/>
                  </a:cubicBezTo>
                  <a:cubicBezTo>
                    <a:pt x="1067" y="2431"/>
                    <a:pt x="1386" y="2548"/>
                    <a:pt x="1700" y="2548"/>
                  </a:cubicBezTo>
                  <a:cubicBezTo>
                    <a:pt x="2350" y="2548"/>
                    <a:pt x="2975" y="2041"/>
                    <a:pt x="2975" y="1273"/>
                  </a:cubicBezTo>
                  <a:cubicBezTo>
                    <a:pt x="2975" y="576"/>
                    <a:pt x="2411" y="1"/>
                    <a:pt x="1704" y="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21"/>
            <p:cNvSpPr/>
            <p:nvPr/>
          </p:nvSpPr>
          <p:spPr>
            <a:xfrm>
              <a:off x="152700" y="2332825"/>
              <a:ext cx="1015464" cy="871154"/>
            </a:xfrm>
            <a:custGeom>
              <a:rect b="b" l="l" r="r" t="t"/>
              <a:pathLst>
                <a:path extrusionOk="0" h="2771" w="3230">
                  <a:moveTo>
                    <a:pt x="1839" y="109"/>
                  </a:moveTo>
                  <a:cubicBezTo>
                    <a:pt x="2491" y="109"/>
                    <a:pt x="3119" y="619"/>
                    <a:pt x="3119" y="1383"/>
                  </a:cubicBezTo>
                  <a:cubicBezTo>
                    <a:pt x="3119" y="2090"/>
                    <a:pt x="2555" y="2654"/>
                    <a:pt x="1848" y="2654"/>
                  </a:cubicBezTo>
                  <a:cubicBezTo>
                    <a:pt x="720" y="2654"/>
                    <a:pt x="145" y="1283"/>
                    <a:pt x="952" y="487"/>
                  </a:cubicBezTo>
                  <a:cubicBezTo>
                    <a:pt x="1209" y="226"/>
                    <a:pt x="1527" y="109"/>
                    <a:pt x="1839" y="109"/>
                  </a:cubicBezTo>
                  <a:close/>
                  <a:moveTo>
                    <a:pt x="1848" y="0"/>
                  </a:moveTo>
                  <a:cubicBezTo>
                    <a:pt x="620" y="0"/>
                    <a:pt x="1" y="1493"/>
                    <a:pt x="874" y="2367"/>
                  </a:cubicBezTo>
                  <a:cubicBezTo>
                    <a:pt x="1153" y="2645"/>
                    <a:pt x="1497" y="2770"/>
                    <a:pt x="1836" y="2770"/>
                  </a:cubicBezTo>
                  <a:cubicBezTo>
                    <a:pt x="2546" y="2770"/>
                    <a:pt x="3230" y="2221"/>
                    <a:pt x="3230" y="1383"/>
                  </a:cubicBezTo>
                  <a:cubicBezTo>
                    <a:pt x="3230" y="620"/>
                    <a:pt x="2610" y="0"/>
                    <a:pt x="18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21"/>
            <p:cNvSpPr/>
            <p:nvPr/>
          </p:nvSpPr>
          <p:spPr>
            <a:xfrm>
              <a:off x="413639" y="2656011"/>
              <a:ext cx="142731" cy="212523"/>
            </a:xfrm>
            <a:custGeom>
              <a:rect b="b" l="l" r="r" t="t"/>
              <a:pathLst>
                <a:path extrusionOk="0" h="676" w="454">
                  <a:moveTo>
                    <a:pt x="243" y="1"/>
                  </a:moveTo>
                  <a:cubicBezTo>
                    <a:pt x="210" y="1"/>
                    <a:pt x="177" y="12"/>
                    <a:pt x="144" y="12"/>
                  </a:cubicBezTo>
                  <a:cubicBezTo>
                    <a:pt x="122" y="23"/>
                    <a:pt x="100" y="34"/>
                    <a:pt x="78" y="56"/>
                  </a:cubicBezTo>
                  <a:cubicBezTo>
                    <a:pt x="56" y="78"/>
                    <a:pt x="44" y="100"/>
                    <a:pt x="33" y="122"/>
                  </a:cubicBezTo>
                  <a:cubicBezTo>
                    <a:pt x="22" y="145"/>
                    <a:pt x="11" y="178"/>
                    <a:pt x="11" y="200"/>
                  </a:cubicBezTo>
                  <a:cubicBezTo>
                    <a:pt x="11" y="233"/>
                    <a:pt x="22" y="255"/>
                    <a:pt x="22" y="277"/>
                  </a:cubicBezTo>
                  <a:cubicBezTo>
                    <a:pt x="33" y="288"/>
                    <a:pt x="44" y="310"/>
                    <a:pt x="56" y="321"/>
                  </a:cubicBezTo>
                  <a:cubicBezTo>
                    <a:pt x="67" y="344"/>
                    <a:pt x="89" y="355"/>
                    <a:pt x="100" y="366"/>
                  </a:cubicBezTo>
                  <a:cubicBezTo>
                    <a:pt x="122" y="377"/>
                    <a:pt x="144" y="388"/>
                    <a:pt x="166" y="388"/>
                  </a:cubicBezTo>
                  <a:lnTo>
                    <a:pt x="210" y="410"/>
                  </a:lnTo>
                  <a:lnTo>
                    <a:pt x="232" y="421"/>
                  </a:lnTo>
                  <a:lnTo>
                    <a:pt x="255" y="432"/>
                  </a:lnTo>
                  <a:cubicBezTo>
                    <a:pt x="266" y="432"/>
                    <a:pt x="277" y="443"/>
                    <a:pt x="277" y="443"/>
                  </a:cubicBezTo>
                  <a:cubicBezTo>
                    <a:pt x="277" y="454"/>
                    <a:pt x="277" y="465"/>
                    <a:pt x="277" y="476"/>
                  </a:cubicBezTo>
                  <a:cubicBezTo>
                    <a:pt x="277" y="487"/>
                    <a:pt x="277" y="509"/>
                    <a:pt x="255" y="520"/>
                  </a:cubicBezTo>
                  <a:cubicBezTo>
                    <a:pt x="232" y="532"/>
                    <a:pt x="210" y="532"/>
                    <a:pt x="177" y="532"/>
                  </a:cubicBezTo>
                  <a:cubicBezTo>
                    <a:pt x="133" y="532"/>
                    <a:pt x="78" y="520"/>
                    <a:pt x="33" y="498"/>
                  </a:cubicBezTo>
                  <a:cubicBezTo>
                    <a:pt x="22" y="520"/>
                    <a:pt x="11" y="543"/>
                    <a:pt x="11" y="576"/>
                  </a:cubicBezTo>
                  <a:cubicBezTo>
                    <a:pt x="11" y="598"/>
                    <a:pt x="0" y="620"/>
                    <a:pt x="0" y="642"/>
                  </a:cubicBezTo>
                  <a:cubicBezTo>
                    <a:pt x="33" y="653"/>
                    <a:pt x="67" y="664"/>
                    <a:pt x="100" y="664"/>
                  </a:cubicBezTo>
                  <a:cubicBezTo>
                    <a:pt x="122" y="675"/>
                    <a:pt x="155" y="675"/>
                    <a:pt x="199" y="675"/>
                  </a:cubicBezTo>
                  <a:cubicBezTo>
                    <a:pt x="232" y="675"/>
                    <a:pt x="266" y="675"/>
                    <a:pt x="299" y="664"/>
                  </a:cubicBezTo>
                  <a:cubicBezTo>
                    <a:pt x="332" y="653"/>
                    <a:pt x="365" y="642"/>
                    <a:pt x="387" y="620"/>
                  </a:cubicBezTo>
                  <a:cubicBezTo>
                    <a:pt x="409" y="598"/>
                    <a:pt x="420" y="576"/>
                    <a:pt x="431" y="554"/>
                  </a:cubicBezTo>
                  <a:cubicBezTo>
                    <a:pt x="443" y="520"/>
                    <a:pt x="454" y="498"/>
                    <a:pt x="454" y="465"/>
                  </a:cubicBezTo>
                  <a:cubicBezTo>
                    <a:pt x="454" y="443"/>
                    <a:pt x="443" y="410"/>
                    <a:pt x="443" y="388"/>
                  </a:cubicBezTo>
                  <a:cubicBezTo>
                    <a:pt x="431" y="366"/>
                    <a:pt x="420" y="355"/>
                    <a:pt x="409" y="332"/>
                  </a:cubicBezTo>
                  <a:cubicBezTo>
                    <a:pt x="387" y="321"/>
                    <a:pt x="376" y="310"/>
                    <a:pt x="354" y="299"/>
                  </a:cubicBezTo>
                  <a:cubicBezTo>
                    <a:pt x="332" y="288"/>
                    <a:pt x="310" y="277"/>
                    <a:pt x="288" y="266"/>
                  </a:cubicBezTo>
                  <a:lnTo>
                    <a:pt x="243" y="244"/>
                  </a:lnTo>
                  <a:cubicBezTo>
                    <a:pt x="232" y="244"/>
                    <a:pt x="210" y="233"/>
                    <a:pt x="199" y="233"/>
                  </a:cubicBezTo>
                  <a:cubicBezTo>
                    <a:pt x="188" y="222"/>
                    <a:pt x="188" y="200"/>
                    <a:pt x="188" y="189"/>
                  </a:cubicBezTo>
                  <a:cubicBezTo>
                    <a:pt x="177" y="178"/>
                    <a:pt x="177" y="167"/>
                    <a:pt x="188" y="167"/>
                  </a:cubicBezTo>
                  <a:cubicBezTo>
                    <a:pt x="188" y="156"/>
                    <a:pt x="199" y="145"/>
                    <a:pt x="199" y="145"/>
                  </a:cubicBezTo>
                  <a:cubicBezTo>
                    <a:pt x="210" y="145"/>
                    <a:pt x="221" y="133"/>
                    <a:pt x="221" y="133"/>
                  </a:cubicBezTo>
                  <a:lnTo>
                    <a:pt x="255" y="133"/>
                  </a:lnTo>
                  <a:cubicBezTo>
                    <a:pt x="277" y="133"/>
                    <a:pt x="310" y="145"/>
                    <a:pt x="332" y="145"/>
                  </a:cubicBezTo>
                  <a:lnTo>
                    <a:pt x="387" y="167"/>
                  </a:lnTo>
                  <a:cubicBezTo>
                    <a:pt x="398" y="145"/>
                    <a:pt x="409" y="122"/>
                    <a:pt x="409" y="100"/>
                  </a:cubicBezTo>
                  <a:cubicBezTo>
                    <a:pt x="420" y="78"/>
                    <a:pt x="420" y="56"/>
                    <a:pt x="420" y="45"/>
                  </a:cubicBezTo>
                  <a:cubicBezTo>
                    <a:pt x="398" y="23"/>
                    <a:pt x="365" y="23"/>
                    <a:pt x="332" y="12"/>
                  </a:cubicBezTo>
                  <a:cubicBezTo>
                    <a:pt x="299" y="12"/>
                    <a:pt x="277" y="1"/>
                    <a:pt x="2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21"/>
            <p:cNvSpPr/>
            <p:nvPr/>
          </p:nvSpPr>
          <p:spPr>
            <a:xfrm>
              <a:off x="562971" y="2659469"/>
              <a:ext cx="149962" cy="209064"/>
            </a:xfrm>
            <a:custGeom>
              <a:rect b="b" l="l" r="r" t="t"/>
              <a:pathLst>
                <a:path extrusionOk="0" h="665" w="477">
                  <a:moveTo>
                    <a:pt x="12" y="1"/>
                  </a:moveTo>
                  <a:cubicBezTo>
                    <a:pt x="12" y="23"/>
                    <a:pt x="1" y="45"/>
                    <a:pt x="1" y="78"/>
                  </a:cubicBezTo>
                  <a:cubicBezTo>
                    <a:pt x="1" y="100"/>
                    <a:pt x="12" y="122"/>
                    <a:pt x="12" y="145"/>
                  </a:cubicBezTo>
                  <a:lnTo>
                    <a:pt x="167" y="145"/>
                  </a:lnTo>
                  <a:lnTo>
                    <a:pt x="167" y="653"/>
                  </a:lnTo>
                  <a:cubicBezTo>
                    <a:pt x="200" y="653"/>
                    <a:pt x="222" y="664"/>
                    <a:pt x="255" y="664"/>
                  </a:cubicBezTo>
                  <a:cubicBezTo>
                    <a:pt x="277" y="664"/>
                    <a:pt x="310" y="653"/>
                    <a:pt x="332" y="653"/>
                  </a:cubicBezTo>
                  <a:lnTo>
                    <a:pt x="332" y="145"/>
                  </a:lnTo>
                  <a:lnTo>
                    <a:pt x="476" y="145"/>
                  </a:lnTo>
                  <a:cubicBezTo>
                    <a:pt x="476" y="122"/>
                    <a:pt x="476" y="100"/>
                    <a:pt x="476" y="78"/>
                  </a:cubicBezTo>
                  <a:cubicBezTo>
                    <a:pt x="476" y="67"/>
                    <a:pt x="476" y="45"/>
                    <a:pt x="476" y="45"/>
                  </a:cubicBezTo>
                  <a:lnTo>
                    <a:pt x="4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21"/>
            <p:cNvSpPr/>
            <p:nvPr/>
          </p:nvSpPr>
          <p:spPr>
            <a:xfrm>
              <a:off x="722993" y="2655068"/>
              <a:ext cx="181086" cy="214409"/>
            </a:xfrm>
            <a:custGeom>
              <a:rect b="b" l="l" r="r" t="t"/>
              <a:pathLst>
                <a:path extrusionOk="0" h="682" w="576">
                  <a:moveTo>
                    <a:pt x="288" y="148"/>
                  </a:moveTo>
                  <a:cubicBezTo>
                    <a:pt x="365" y="148"/>
                    <a:pt x="398" y="203"/>
                    <a:pt x="398" y="347"/>
                  </a:cubicBezTo>
                  <a:cubicBezTo>
                    <a:pt x="398" y="479"/>
                    <a:pt x="365" y="546"/>
                    <a:pt x="288" y="546"/>
                  </a:cubicBezTo>
                  <a:cubicBezTo>
                    <a:pt x="244" y="546"/>
                    <a:pt x="210" y="523"/>
                    <a:pt x="199" y="490"/>
                  </a:cubicBezTo>
                  <a:cubicBezTo>
                    <a:pt x="177" y="446"/>
                    <a:pt x="166" y="391"/>
                    <a:pt x="166" y="347"/>
                  </a:cubicBezTo>
                  <a:cubicBezTo>
                    <a:pt x="166" y="214"/>
                    <a:pt x="210" y="148"/>
                    <a:pt x="288" y="148"/>
                  </a:cubicBezTo>
                  <a:close/>
                  <a:moveTo>
                    <a:pt x="286" y="1"/>
                  </a:moveTo>
                  <a:cubicBezTo>
                    <a:pt x="244" y="1"/>
                    <a:pt x="199" y="9"/>
                    <a:pt x="155" y="26"/>
                  </a:cubicBezTo>
                  <a:cubicBezTo>
                    <a:pt x="122" y="48"/>
                    <a:pt x="89" y="70"/>
                    <a:pt x="67" y="103"/>
                  </a:cubicBezTo>
                  <a:cubicBezTo>
                    <a:pt x="45" y="125"/>
                    <a:pt x="22" y="170"/>
                    <a:pt x="11" y="203"/>
                  </a:cubicBezTo>
                  <a:cubicBezTo>
                    <a:pt x="0" y="247"/>
                    <a:pt x="0" y="302"/>
                    <a:pt x="0" y="347"/>
                  </a:cubicBezTo>
                  <a:cubicBezTo>
                    <a:pt x="0" y="391"/>
                    <a:pt x="0" y="435"/>
                    <a:pt x="11" y="479"/>
                  </a:cubicBezTo>
                  <a:cubicBezTo>
                    <a:pt x="22" y="523"/>
                    <a:pt x="45" y="557"/>
                    <a:pt x="67" y="590"/>
                  </a:cubicBezTo>
                  <a:cubicBezTo>
                    <a:pt x="89" y="623"/>
                    <a:pt x="122" y="645"/>
                    <a:pt x="155" y="656"/>
                  </a:cubicBezTo>
                  <a:cubicBezTo>
                    <a:pt x="199" y="673"/>
                    <a:pt x="244" y="681"/>
                    <a:pt x="286" y="681"/>
                  </a:cubicBezTo>
                  <a:cubicBezTo>
                    <a:pt x="329" y="681"/>
                    <a:pt x="371" y="673"/>
                    <a:pt x="409" y="656"/>
                  </a:cubicBezTo>
                  <a:cubicBezTo>
                    <a:pt x="454" y="645"/>
                    <a:pt x="476" y="623"/>
                    <a:pt x="498" y="590"/>
                  </a:cubicBezTo>
                  <a:cubicBezTo>
                    <a:pt x="531" y="557"/>
                    <a:pt x="542" y="523"/>
                    <a:pt x="553" y="479"/>
                  </a:cubicBezTo>
                  <a:cubicBezTo>
                    <a:pt x="564" y="435"/>
                    <a:pt x="575" y="391"/>
                    <a:pt x="575" y="347"/>
                  </a:cubicBezTo>
                  <a:cubicBezTo>
                    <a:pt x="575" y="302"/>
                    <a:pt x="564" y="247"/>
                    <a:pt x="553" y="203"/>
                  </a:cubicBezTo>
                  <a:cubicBezTo>
                    <a:pt x="542" y="170"/>
                    <a:pt x="531" y="125"/>
                    <a:pt x="498" y="103"/>
                  </a:cubicBezTo>
                  <a:cubicBezTo>
                    <a:pt x="476" y="70"/>
                    <a:pt x="454" y="48"/>
                    <a:pt x="409" y="26"/>
                  </a:cubicBezTo>
                  <a:cubicBezTo>
                    <a:pt x="371" y="9"/>
                    <a:pt x="329" y="1"/>
                    <a:pt x="2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21"/>
            <p:cNvSpPr/>
            <p:nvPr/>
          </p:nvSpPr>
          <p:spPr>
            <a:xfrm>
              <a:off x="931430" y="2659469"/>
              <a:ext cx="143045" cy="212523"/>
            </a:xfrm>
            <a:custGeom>
              <a:rect b="b" l="l" r="r" t="t"/>
              <a:pathLst>
                <a:path extrusionOk="0" h="676" w="455">
                  <a:moveTo>
                    <a:pt x="233" y="134"/>
                  </a:moveTo>
                  <a:cubicBezTo>
                    <a:pt x="244" y="134"/>
                    <a:pt x="255" y="145"/>
                    <a:pt x="266" y="145"/>
                  </a:cubicBezTo>
                  <a:cubicBezTo>
                    <a:pt x="277" y="156"/>
                    <a:pt x="277" y="167"/>
                    <a:pt x="288" y="178"/>
                  </a:cubicBezTo>
                  <a:cubicBezTo>
                    <a:pt x="288" y="189"/>
                    <a:pt x="288" y="211"/>
                    <a:pt x="288" y="222"/>
                  </a:cubicBezTo>
                  <a:cubicBezTo>
                    <a:pt x="288" y="271"/>
                    <a:pt x="253" y="312"/>
                    <a:pt x="214" y="312"/>
                  </a:cubicBezTo>
                  <a:cubicBezTo>
                    <a:pt x="209" y="312"/>
                    <a:pt x="204" y="312"/>
                    <a:pt x="200" y="310"/>
                  </a:cubicBezTo>
                  <a:lnTo>
                    <a:pt x="156" y="310"/>
                  </a:lnTo>
                  <a:lnTo>
                    <a:pt x="167" y="134"/>
                  </a:lnTo>
                  <a:close/>
                  <a:moveTo>
                    <a:pt x="67" y="1"/>
                  </a:moveTo>
                  <a:lnTo>
                    <a:pt x="1" y="12"/>
                  </a:lnTo>
                  <a:lnTo>
                    <a:pt x="1" y="664"/>
                  </a:lnTo>
                  <a:cubicBezTo>
                    <a:pt x="23" y="664"/>
                    <a:pt x="45" y="675"/>
                    <a:pt x="78" y="675"/>
                  </a:cubicBezTo>
                  <a:lnTo>
                    <a:pt x="111" y="675"/>
                  </a:lnTo>
                  <a:cubicBezTo>
                    <a:pt x="122" y="675"/>
                    <a:pt x="145" y="664"/>
                    <a:pt x="156" y="664"/>
                  </a:cubicBezTo>
                  <a:lnTo>
                    <a:pt x="156" y="454"/>
                  </a:lnTo>
                  <a:lnTo>
                    <a:pt x="211" y="454"/>
                  </a:lnTo>
                  <a:cubicBezTo>
                    <a:pt x="244" y="454"/>
                    <a:pt x="266" y="454"/>
                    <a:pt x="299" y="443"/>
                  </a:cubicBezTo>
                  <a:cubicBezTo>
                    <a:pt x="321" y="432"/>
                    <a:pt x="355" y="421"/>
                    <a:pt x="377" y="410"/>
                  </a:cubicBezTo>
                  <a:cubicBezTo>
                    <a:pt x="399" y="388"/>
                    <a:pt x="410" y="366"/>
                    <a:pt x="421" y="344"/>
                  </a:cubicBezTo>
                  <a:cubicBezTo>
                    <a:pt x="454" y="266"/>
                    <a:pt x="454" y="189"/>
                    <a:pt x="421" y="111"/>
                  </a:cubicBezTo>
                  <a:cubicBezTo>
                    <a:pt x="410" y="89"/>
                    <a:pt x="388" y="56"/>
                    <a:pt x="355" y="45"/>
                  </a:cubicBezTo>
                  <a:cubicBezTo>
                    <a:pt x="333" y="23"/>
                    <a:pt x="299" y="12"/>
                    <a:pt x="266" y="12"/>
                  </a:cubicBezTo>
                  <a:cubicBezTo>
                    <a:pt x="233" y="1"/>
                    <a:pt x="211" y="1"/>
                    <a:pt x="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1" name="Google Shape;761;p21"/>
          <p:cNvGrpSpPr/>
          <p:nvPr/>
        </p:nvGrpSpPr>
        <p:grpSpPr>
          <a:xfrm>
            <a:off x="596932" y="7306060"/>
            <a:ext cx="1357875" cy="2217497"/>
            <a:chOff x="-3882175" y="2494675"/>
            <a:chExt cx="1407074" cy="2517415"/>
          </a:xfrm>
        </p:grpSpPr>
        <p:sp>
          <p:nvSpPr>
            <p:cNvPr id="762" name="Google Shape;762;p21"/>
            <p:cNvSpPr/>
            <p:nvPr/>
          </p:nvSpPr>
          <p:spPr>
            <a:xfrm>
              <a:off x="-3197920" y="4233031"/>
              <a:ext cx="115694" cy="779059"/>
            </a:xfrm>
            <a:custGeom>
              <a:rect b="b" l="l" r="r" t="t"/>
              <a:pathLst>
                <a:path extrusionOk="0" h="2909" w="432">
                  <a:moveTo>
                    <a:pt x="431" y="2908"/>
                  </a:moveTo>
                  <a:lnTo>
                    <a:pt x="0" y="2908"/>
                  </a:lnTo>
                  <a:lnTo>
                    <a:pt x="78" y="0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21"/>
            <p:cNvSpPr/>
            <p:nvPr/>
          </p:nvSpPr>
          <p:spPr>
            <a:xfrm>
              <a:off x="-3129896" y="4233031"/>
              <a:ext cx="56508" cy="779059"/>
            </a:xfrm>
            <a:custGeom>
              <a:rect b="b" l="l" r="r" t="t"/>
              <a:pathLst>
                <a:path extrusionOk="0" h="2909" w="211">
                  <a:moveTo>
                    <a:pt x="211" y="2908"/>
                  </a:moveTo>
                  <a:lnTo>
                    <a:pt x="1" y="2908"/>
                  </a:lnTo>
                  <a:lnTo>
                    <a:pt x="1" y="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21"/>
            <p:cNvSpPr/>
            <p:nvPr/>
          </p:nvSpPr>
          <p:spPr>
            <a:xfrm>
              <a:off x="-3103115" y="4194467"/>
              <a:ext cx="189609" cy="364489"/>
            </a:xfrm>
            <a:custGeom>
              <a:rect b="b" l="l" r="r" t="t"/>
              <a:pathLst>
                <a:path extrusionOk="0" h="1361" w="708">
                  <a:moveTo>
                    <a:pt x="22" y="1360"/>
                  </a:moveTo>
                  <a:lnTo>
                    <a:pt x="0" y="1294"/>
                  </a:lnTo>
                  <a:cubicBezTo>
                    <a:pt x="464" y="1062"/>
                    <a:pt x="630" y="476"/>
                    <a:pt x="354" y="45"/>
                  </a:cubicBezTo>
                  <a:lnTo>
                    <a:pt x="409" y="0"/>
                  </a:lnTo>
                  <a:cubicBezTo>
                    <a:pt x="708" y="476"/>
                    <a:pt x="531" y="1117"/>
                    <a:pt x="22" y="13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21"/>
            <p:cNvSpPr/>
            <p:nvPr/>
          </p:nvSpPr>
          <p:spPr>
            <a:xfrm>
              <a:off x="-3369854" y="4158848"/>
              <a:ext cx="207553" cy="376273"/>
            </a:xfrm>
            <a:custGeom>
              <a:rect b="b" l="l" r="r" t="t"/>
              <a:pathLst>
                <a:path extrusionOk="0" h="1405" w="775">
                  <a:moveTo>
                    <a:pt x="709" y="1405"/>
                  </a:moveTo>
                  <a:cubicBezTo>
                    <a:pt x="189" y="1151"/>
                    <a:pt x="1" y="487"/>
                    <a:pt x="322" y="1"/>
                  </a:cubicBezTo>
                  <a:lnTo>
                    <a:pt x="432" y="78"/>
                  </a:lnTo>
                  <a:cubicBezTo>
                    <a:pt x="167" y="498"/>
                    <a:pt x="322" y="1062"/>
                    <a:pt x="775" y="1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21"/>
            <p:cNvSpPr/>
            <p:nvPr/>
          </p:nvSpPr>
          <p:spPr>
            <a:xfrm>
              <a:off x="-3882175" y="2497621"/>
              <a:ext cx="1407074" cy="2055442"/>
            </a:xfrm>
            <a:custGeom>
              <a:rect b="b" l="l" r="r" t="t"/>
              <a:pathLst>
                <a:path extrusionOk="0" h="7675" w="5254">
                  <a:moveTo>
                    <a:pt x="4988" y="3340"/>
                  </a:moveTo>
                  <a:cubicBezTo>
                    <a:pt x="4966" y="3196"/>
                    <a:pt x="4922" y="3052"/>
                    <a:pt x="4844" y="2920"/>
                  </a:cubicBezTo>
                  <a:cubicBezTo>
                    <a:pt x="4944" y="2787"/>
                    <a:pt x="4988" y="2632"/>
                    <a:pt x="4988" y="2466"/>
                  </a:cubicBezTo>
                  <a:cubicBezTo>
                    <a:pt x="4988" y="2079"/>
                    <a:pt x="4700" y="1747"/>
                    <a:pt x="4313" y="1681"/>
                  </a:cubicBezTo>
                  <a:cubicBezTo>
                    <a:pt x="4523" y="1294"/>
                    <a:pt x="4313" y="830"/>
                    <a:pt x="3904" y="708"/>
                  </a:cubicBezTo>
                  <a:cubicBezTo>
                    <a:pt x="3783" y="299"/>
                    <a:pt x="3451" y="0"/>
                    <a:pt x="3053" y="0"/>
                  </a:cubicBezTo>
                  <a:cubicBezTo>
                    <a:pt x="2688" y="11"/>
                    <a:pt x="2367" y="255"/>
                    <a:pt x="2257" y="609"/>
                  </a:cubicBezTo>
                  <a:cubicBezTo>
                    <a:pt x="2124" y="531"/>
                    <a:pt x="1980" y="498"/>
                    <a:pt x="1836" y="498"/>
                  </a:cubicBezTo>
                  <a:cubicBezTo>
                    <a:pt x="1317" y="509"/>
                    <a:pt x="908" y="940"/>
                    <a:pt x="919" y="1460"/>
                  </a:cubicBezTo>
                  <a:cubicBezTo>
                    <a:pt x="919" y="1626"/>
                    <a:pt x="952" y="1781"/>
                    <a:pt x="1029" y="1924"/>
                  </a:cubicBezTo>
                  <a:cubicBezTo>
                    <a:pt x="852" y="2035"/>
                    <a:pt x="698" y="2179"/>
                    <a:pt x="565" y="2356"/>
                  </a:cubicBezTo>
                  <a:cubicBezTo>
                    <a:pt x="543" y="2389"/>
                    <a:pt x="532" y="2422"/>
                    <a:pt x="510" y="2455"/>
                  </a:cubicBezTo>
                  <a:lnTo>
                    <a:pt x="498" y="2477"/>
                  </a:lnTo>
                  <a:cubicBezTo>
                    <a:pt x="476" y="2499"/>
                    <a:pt x="465" y="2522"/>
                    <a:pt x="454" y="2544"/>
                  </a:cubicBezTo>
                  <a:lnTo>
                    <a:pt x="443" y="2555"/>
                  </a:lnTo>
                  <a:lnTo>
                    <a:pt x="443" y="2577"/>
                  </a:lnTo>
                  <a:lnTo>
                    <a:pt x="432" y="2599"/>
                  </a:lnTo>
                  <a:lnTo>
                    <a:pt x="432" y="2599"/>
                  </a:lnTo>
                  <a:lnTo>
                    <a:pt x="432" y="2621"/>
                  </a:lnTo>
                  <a:lnTo>
                    <a:pt x="421" y="2643"/>
                  </a:lnTo>
                  <a:lnTo>
                    <a:pt x="410" y="2665"/>
                  </a:lnTo>
                  <a:lnTo>
                    <a:pt x="410" y="2665"/>
                  </a:lnTo>
                  <a:cubicBezTo>
                    <a:pt x="410" y="2676"/>
                    <a:pt x="399" y="2687"/>
                    <a:pt x="399" y="2687"/>
                  </a:cubicBezTo>
                  <a:lnTo>
                    <a:pt x="388" y="2709"/>
                  </a:lnTo>
                  <a:lnTo>
                    <a:pt x="388" y="2721"/>
                  </a:lnTo>
                  <a:lnTo>
                    <a:pt x="377" y="2776"/>
                  </a:lnTo>
                  <a:cubicBezTo>
                    <a:pt x="377" y="2787"/>
                    <a:pt x="366" y="2809"/>
                    <a:pt x="355" y="2820"/>
                  </a:cubicBezTo>
                  <a:lnTo>
                    <a:pt x="355" y="2820"/>
                  </a:lnTo>
                  <a:cubicBezTo>
                    <a:pt x="355" y="2842"/>
                    <a:pt x="355" y="2853"/>
                    <a:pt x="344" y="2875"/>
                  </a:cubicBezTo>
                  <a:cubicBezTo>
                    <a:pt x="344" y="2886"/>
                    <a:pt x="344" y="2897"/>
                    <a:pt x="344" y="2897"/>
                  </a:cubicBezTo>
                  <a:lnTo>
                    <a:pt x="344" y="2931"/>
                  </a:lnTo>
                  <a:cubicBezTo>
                    <a:pt x="277" y="3240"/>
                    <a:pt x="311" y="3550"/>
                    <a:pt x="432" y="3837"/>
                  </a:cubicBezTo>
                  <a:cubicBezTo>
                    <a:pt x="156" y="4158"/>
                    <a:pt x="1" y="4567"/>
                    <a:pt x="1" y="4998"/>
                  </a:cubicBezTo>
                  <a:cubicBezTo>
                    <a:pt x="1" y="5009"/>
                    <a:pt x="1" y="5021"/>
                    <a:pt x="1" y="5032"/>
                  </a:cubicBezTo>
                  <a:cubicBezTo>
                    <a:pt x="1" y="5054"/>
                    <a:pt x="1" y="5065"/>
                    <a:pt x="1" y="5076"/>
                  </a:cubicBezTo>
                  <a:lnTo>
                    <a:pt x="1" y="5087"/>
                  </a:lnTo>
                  <a:lnTo>
                    <a:pt x="1" y="5120"/>
                  </a:lnTo>
                  <a:lnTo>
                    <a:pt x="1" y="5131"/>
                  </a:lnTo>
                  <a:cubicBezTo>
                    <a:pt x="1" y="5142"/>
                    <a:pt x="1" y="5153"/>
                    <a:pt x="1" y="5164"/>
                  </a:cubicBezTo>
                  <a:lnTo>
                    <a:pt x="1" y="5175"/>
                  </a:lnTo>
                  <a:lnTo>
                    <a:pt x="1" y="5208"/>
                  </a:lnTo>
                  <a:lnTo>
                    <a:pt x="1" y="5208"/>
                  </a:lnTo>
                  <a:cubicBezTo>
                    <a:pt x="1" y="5220"/>
                    <a:pt x="1" y="5231"/>
                    <a:pt x="1" y="5242"/>
                  </a:cubicBezTo>
                  <a:lnTo>
                    <a:pt x="1" y="5253"/>
                  </a:lnTo>
                  <a:lnTo>
                    <a:pt x="1" y="5286"/>
                  </a:lnTo>
                  <a:lnTo>
                    <a:pt x="1" y="5297"/>
                  </a:lnTo>
                  <a:lnTo>
                    <a:pt x="1" y="5319"/>
                  </a:lnTo>
                  <a:lnTo>
                    <a:pt x="1" y="5341"/>
                  </a:lnTo>
                  <a:cubicBezTo>
                    <a:pt x="1" y="5352"/>
                    <a:pt x="1" y="5363"/>
                    <a:pt x="1" y="5363"/>
                  </a:cubicBezTo>
                  <a:cubicBezTo>
                    <a:pt x="1" y="5374"/>
                    <a:pt x="12" y="5396"/>
                    <a:pt x="12" y="5408"/>
                  </a:cubicBezTo>
                  <a:lnTo>
                    <a:pt x="12" y="5419"/>
                  </a:lnTo>
                  <a:lnTo>
                    <a:pt x="23" y="5441"/>
                  </a:lnTo>
                  <a:lnTo>
                    <a:pt x="23" y="5463"/>
                  </a:lnTo>
                  <a:lnTo>
                    <a:pt x="23" y="5485"/>
                  </a:lnTo>
                  <a:lnTo>
                    <a:pt x="23" y="5496"/>
                  </a:lnTo>
                  <a:lnTo>
                    <a:pt x="23" y="5518"/>
                  </a:lnTo>
                  <a:lnTo>
                    <a:pt x="23" y="5540"/>
                  </a:lnTo>
                  <a:cubicBezTo>
                    <a:pt x="23" y="5540"/>
                    <a:pt x="23" y="5551"/>
                    <a:pt x="23" y="5562"/>
                  </a:cubicBezTo>
                  <a:lnTo>
                    <a:pt x="23" y="5573"/>
                  </a:lnTo>
                  <a:lnTo>
                    <a:pt x="34" y="5596"/>
                  </a:lnTo>
                  <a:lnTo>
                    <a:pt x="34" y="5618"/>
                  </a:lnTo>
                  <a:lnTo>
                    <a:pt x="34" y="5629"/>
                  </a:lnTo>
                  <a:cubicBezTo>
                    <a:pt x="34" y="5640"/>
                    <a:pt x="45" y="5651"/>
                    <a:pt x="45" y="5662"/>
                  </a:cubicBezTo>
                  <a:lnTo>
                    <a:pt x="45" y="5673"/>
                  </a:lnTo>
                  <a:lnTo>
                    <a:pt x="56" y="5695"/>
                  </a:lnTo>
                  <a:lnTo>
                    <a:pt x="56" y="5706"/>
                  </a:lnTo>
                  <a:lnTo>
                    <a:pt x="56" y="5728"/>
                  </a:lnTo>
                  <a:lnTo>
                    <a:pt x="78" y="5750"/>
                  </a:lnTo>
                  <a:lnTo>
                    <a:pt x="78" y="5761"/>
                  </a:lnTo>
                  <a:lnTo>
                    <a:pt x="78" y="5772"/>
                  </a:lnTo>
                  <a:cubicBezTo>
                    <a:pt x="78" y="5783"/>
                    <a:pt x="89" y="5795"/>
                    <a:pt x="89" y="5806"/>
                  </a:cubicBezTo>
                  <a:lnTo>
                    <a:pt x="134" y="5883"/>
                  </a:lnTo>
                  <a:cubicBezTo>
                    <a:pt x="421" y="6381"/>
                    <a:pt x="919" y="6701"/>
                    <a:pt x="1472" y="6779"/>
                  </a:cubicBezTo>
                  <a:cubicBezTo>
                    <a:pt x="3241" y="7674"/>
                    <a:pt x="5253" y="6093"/>
                    <a:pt x="4789" y="4158"/>
                  </a:cubicBezTo>
                  <a:cubicBezTo>
                    <a:pt x="4944" y="3915"/>
                    <a:pt x="5021" y="3627"/>
                    <a:pt x="4988" y="334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21"/>
            <p:cNvSpPr/>
            <p:nvPr/>
          </p:nvSpPr>
          <p:spPr>
            <a:xfrm>
              <a:off x="-3882175" y="2494675"/>
              <a:ext cx="1335836" cy="1617037"/>
            </a:xfrm>
            <a:custGeom>
              <a:rect b="b" l="l" r="r" t="t"/>
              <a:pathLst>
                <a:path extrusionOk="0" h="6038" w="4988">
                  <a:moveTo>
                    <a:pt x="4933" y="3130"/>
                  </a:moveTo>
                  <a:cubicBezTo>
                    <a:pt x="4910" y="3063"/>
                    <a:pt x="4877" y="2997"/>
                    <a:pt x="4844" y="2931"/>
                  </a:cubicBezTo>
                  <a:cubicBezTo>
                    <a:pt x="4944" y="2798"/>
                    <a:pt x="4988" y="2643"/>
                    <a:pt x="4988" y="2477"/>
                  </a:cubicBezTo>
                  <a:cubicBezTo>
                    <a:pt x="4988" y="2090"/>
                    <a:pt x="4700" y="1758"/>
                    <a:pt x="4313" y="1692"/>
                  </a:cubicBezTo>
                  <a:cubicBezTo>
                    <a:pt x="4523" y="1305"/>
                    <a:pt x="4313" y="841"/>
                    <a:pt x="3904" y="719"/>
                  </a:cubicBezTo>
                  <a:cubicBezTo>
                    <a:pt x="3783" y="310"/>
                    <a:pt x="3451" y="0"/>
                    <a:pt x="3053" y="0"/>
                  </a:cubicBezTo>
                  <a:cubicBezTo>
                    <a:pt x="2688" y="22"/>
                    <a:pt x="2367" y="266"/>
                    <a:pt x="2257" y="609"/>
                  </a:cubicBezTo>
                  <a:cubicBezTo>
                    <a:pt x="2124" y="542"/>
                    <a:pt x="1980" y="509"/>
                    <a:pt x="1836" y="498"/>
                  </a:cubicBezTo>
                  <a:cubicBezTo>
                    <a:pt x="1317" y="520"/>
                    <a:pt x="908" y="951"/>
                    <a:pt x="919" y="1471"/>
                  </a:cubicBezTo>
                  <a:cubicBezTo>
                    <a:pt x="919" y="1637"/>
                    <a:pt x="952" y="1792"/>
                    <a:pt x="1029" y="1935"/>
                  </a:cubicBezTo>
                  <a:cubicBezTo>
                    <a:pt x="852" y="2046"/>
                    <a:pt x="698" y="2190"/>
                    <a:pt x="565" y="2367"/>
                  </a:cubicBezTo>
                  <a:cubicBezTo>
                    <a:pt x="543" y="2400"/>
                    <a:pt x="532" y="2433"/>
                    <a:pt x="510" y="2455"/>
                  </a:cubicBezTo>
                  <a:lnTo>
                    <a:pt x="498" y="2477"/>
                  </a:lnTo>
                  <a:cubicBezTo>
                    <a:pt x="476" y="2510"/>
                    <a:pt x="465" y="2533"/>
                    <a:pt x="454" y="2555"/>
                  </a:cubicBezTo>
                  <a:lnTo>
                    <a:pt x="443" y="2566"/>
                  </a:lnTo>
                  <a:lnTo>
                    <a:pt x="443" y="2588"/>
                  </a:lnTo>
                  <a:lnTo>
                    <a:pt x="432" y="2599"/>
                  </a:lnTo>
                  <a:lnTo>
                    <a:pt x="432" y="2610"/>
                  </a:lnTo>
                  <a:lnTo>
                    <a:pt x="432" y="2632"/>
                  </a:lnTo>
                  <a:lnTo>
                    <a:pt x="421" y="2643"/>
                  </a:lnTo>
                  <a:lnTo>
                    <a:pt x="410" y="2665"/>
                  </a:lnTo>
                  <a:lnTo>
                    <a:pt x="410" y="2676"/>
                  </a:lnTo>
                  <a:cubicBezTo>
                    <a:pt x="410" y="2687"/>
                    <a:pt x="399" y="2698"/>
                    <a:pt x="399" y="2698"/>
                  </a:cubicBezTo>
                  <a:lnTo>
                    <a:pt x="388" y="2720"/>
                  </a:lnTo>
                  <a:lnTo>
                    <a:pt x="388" y="2732"/>
                  </a:lnTo>
                  <a:lnTo>
                    <a:pt x="377" y="2776"/>
                  </a:lnTo>
                  <a:cubicBezTo>
                    <a:pt x="377" y="2798"/>
                    <a:pt x="366" y="2820"/>
                    <a:pt x="355" y="2831"/>
                  </a:cubicBezTo>
                  <a:lnTo>
                    <a:pt x="355" y="2831"/>
                  </a:lnTo>
                  <a:cubicBezTo>
                    <a:pt x="355" y="2853"/>
                    <a:pt x="355" y="2864"/>
                    <a:pt x="344" y="2886"/>
                  </a:cubicBezTo>
                  <a:cubicBezTo>
                    <a:pt x="344" y="2897"/>
                    <a:pt x="344" y="2897"/>
                    <a:pt x="344" y="2908"/>
                  </a:cubicBezTo>
                  <a:lnTo>
                    <a:pt x="344" y="2942"/>
                  </a:lnTo>
                  <a:cubicBezTo>
                    <a:pt x="277" y="3240"/>
                    <a:pt x="311" y="3561"/>
                    <a:pt x="432" y="3848"/>
                  </a:cubicBezTo>
                  <a:cubicBezTo>
                    <a:pt x="156" y="4169"/>
                    <a:pt x="1" y="4578"/>
                    <a:pt x="1" y="5009"/>
                  </a:cubicBezTo>
                  <a:cubicBezTo>
                    <a:pt x="1" y="5020"/>
                    <a:pt x="1" y="5032"/>
                    <a:pt x="1" y="5043"/>
                  </a:cubicBezTo>
                  <a:cubicBezTo>
                    <a:pt x="1" y="5054"/>
                    <a:pt x="1" y="5076"/>
                    <a:pt x="1" y="5087"/>
                  </a:cubicBezTo>
                  <a:lnTo>
                    <a:pt x="1" y="5098"/>
                  </a:lnTo>
                  <a:lnTo>
                    <a:pt x="1" y="5131"/>
                  </a:lnTo>
                  <a:lnTo>
                    <a:pt x="1" y="5142"/>
                  </a:lnTo>
                  <a:cubicBezTo>
                    <a:pt x="1" y="5153"/>
                    <a:pt x="1" y="5164"/>
                    <a:pt x="1" y="5164"/>
                  </a:cubicBezTo>
                  <a:lnTo>
                    <a:pt x="1" y="5175"/>
                  </a:lnTo>
                  <a:lnTo>
                    <a:pt x="1" y="5208"/>
                  </a:lnTo>
                  <a:lnTo>
                    <a:pt x="1" y="5219"/>
                  </a:lnTo>
                  <a:cubicBezTo>
                    <a:pt x="1" y="5231"/>
                    <a:pt x="1" y="5242"/>
                    <a:pt x="1" y="5253"/>
                  </a:cubicBezTo>
                  <a:lnTo>
                    <a:pt x="1" y="5264"/>
                  </a:lnTo>
                  <a:lnTo>
                    <a:pt x="1" y="5297"/>
                  </a:lnTo>
                  <a:lnTo>
                    <a:pt x="1" y="5308"/>
                  </a:lnTo>
                  <a:lnTo>
                    <a:pt x="1" y="5330"/>
                  </a:lnTo>
                  <a:lnTo>
                    <a:pt x="1" y="5352"/>
                  </a:lnTo>
                  <a:cubicBezTo>
                    <a:pt x="1" y="5363"/>
                    <a:pt x="1" y="5363"/>
                    <a:pt x="1" y="5374"/>
                  </a:cubicBezTo>
                  <a:cubicBezTo>
                    <a:pt x="1" y="5385"/>
                    <a:pt x="12" y="5396"/>
                    <a:pt x="12" y="5419"/>
                  </a:cubicBezTo>
                  <a:lnTo>
                    <a:pt x="12" y="5430"/>
                  </a:lnTo>
                  <a:lnTo>
                    <a:pt x="23" y="5452"/>
                  </a:lnTo>
                  <a:lnTo>
                    <a:pt x="23" y="5463"/>
                  </a:lnTo>
                  <a:lnTo>
                    <a:pt x="23" y="5496"/>
                  </a:lnTo>
                  <a:lnTo>
                    <a:pt x="23" y="5507"/>
                  </a:lnTo>
                  <a:lnTo>
                    <a:pt x="23" y="5529"/>
                  </a:lnTo>
                  <a:lnTo>
                    <a:pt x="23" y="5540"/>
                  </a:lnTo>
                  <a:cubicBezTo>
                    <a:pt x="23" y="5551"/>
                    <a:pt x="23" y="5562"/>
                    <a:pt x="23" y="5573"/>
                  </a:cubicBezTo>
                  <a:lnTo>
                    <a:pt x="23" y="5584"/>
                  </a:lnTo>
                  <a:lnTo>
                    <a:pt x="34" y="5607"/>
                  </a:lnTo>
                  <a:lnTo>
                    <a:pt x="34" y="5629"/>
                  </a:lnTo>
                  <a:lnTo>
                    <a:pt x="34" y="5640"/>
                  </a:lnTo>
                  <a:cubicBezTo>
                    <a:pt x="34" y="5651"/>
                    <a:pt x="45" y="5662"/>
                    <a:pt x="45" y="5673"/>
                  </a:cubicBezTo>
                  <a:lnTo>
                    <a:pt x="45" y="5673"/>
                  </a:lnTo>
                  <a:lnTo>
                    <a:pt x="56" y="5706"/>
                  </a:lnTo>
                  <a:lnTo>
                    <a:pt x="56" y="5717"/>
                  </a:lnTo>
                  <a:lnTo>
                    <a:pt x="56" y="5728"/>
                  </a:lnTo>
                  <a:lnTo>
                    <a:pt x="78" y="5761"/>
                  </a:lnTo>
                  <a:lnTo>
                    <a:pt x="78" y="5772"/>
                  </a:lnTo>
                  <a:lnTo>
                    <a:pt x="78" y="5783"/>
                  </a:lnTo>
                  <a:cubicBezTo>
                    <a:pt x="78" y="5794"/>
                    <a:pt x="89" y="5806"/>
                    <a:pt x="89" y="5817"/>
                  </a:cubicBezTo>
                  <a:lnTo>
                    <a:pt x="134" y="5894"/>
                  </a:lnTo>
                  <a:cubicBezTo>
                    <a:pt x="167" y="5949"/>
                    <a:pt x="189" y="5994"/>
                    <a:pt x="222" y="6038"/>
                  </a:cubicBezTo>
                  <a:cubicBezTo>
                    <a:pt x="808" y="6027"/>
                    <a:pt x="1383" y="5916"/>
                    <a:pt x="1925" y="5728"/>
                  </a:cubicBezTo>
                  <a:cubicBezTo>
                    <a:pt x="3396" y="5242"/>
                    <a:pt x="4446" y="4257"/>
                    <a:pt x="4933" y="31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21"/>
            <p:cNvSpPr/>
            <p:nvPr/>
          </p:nvSpPr>
          <p:spPr>
            <a:xfrm>
              <a:off x="-3423148" y="2938704"/>
              <a:ext cx="266739" cy="317355"/>
            </a:xfrm>
            <a:custGeom>
              <a:rect b="b" l="l" r="r" t="t"/>
              <a:pathLst>
                <a:path extrusionOk="0" h="1185" w="996">
                  <a:moveTo>
                    <a:pt x="753" y="1074"/>
                  </a:moveTo>
                  <a:cubicBezTo>
                    <a:pt x="565" y="1184"/>
                    <a:pt x="288" y="1051"/>
                    <a:pt x="145" y="786"/>
                  </a:cubicBezTo>
                  <a:cubicBezTo>
                    <a:pt x="1" y="521"/>
                    <a:pt x="34" y="222"/>
                    <a:pt x="233" y="112"/>
                  </a:cubicBezTo>
                  <a:cubicBezTo>
                    <a:pt x="432" y="1"/>
                    <a:pt x="709" y="134"/>
                    <a:pt x="852" y="399"/>
                  </a:cubicBezTo>
                  <a:cubicBezTo>
                    <a:pt x="996" y="664"/>
                    <a:pt x="952" y="974"/>
                    <a:pt x="753" y="10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21"/>
            <p:cNvSpPr/>
            <p:nvPr/>
          </p:nvSpPr>
          <p:spPr>
            <a:xfrm>
              <a:off x="-3585977" y="3279359"/>
              <a:ext cx="915375" cy="1069365"/>
            </a:xfrm>
            <a:custGeom>
              <a:rect b="b" l="l" r="r" t="t"/>
              <a:pathLst>
                <a:path extrusionOk="0" h="3993" w="3418">
                  <a:moveTo>
                    <a:pt x="1681" y="520"/>
                  </a:moveTo>
                  <a:cubicBezTo>
                    <a:pt x="1648" y="565"/>
                    <a:pt x="1626" y="609"/>
                    <a:pt x="1604" y="664"/>
                  </a:cubicBezTo>
                  <a:cubicBezTo>
                    <a:pt x="1482" y="952"/>
                    <a:pt x="1250" y="1195"/>
                    <a:pt x="963" y="1316"/>
                  </a:cubicBezTo>
                  <a:cubicBezTo>
                    <a:pt x="642" y="1427"/>
                    <a:pt x="388" y="1670"/>
                    <a:pt x="255" y="1980"/>
                  </a:cubicBezTo>
                  <a:cubicBezTo>
                    <a:pt x="1" y="2577"/>
                    <a:pt x="255" y="3285"/>
                    <a:pt x="841" y="3583"/>
                  </a:cubicBezTo>
                  <a:cubicBezTo>
                    <a:pt x="1681" y="3992"/>
                    <a:pt x="2654" y="3351"/>
                    <a:pt x="2621" y="2422"/>
                  </a:cubicBezTo>
                  <a:cubicBezTo>
                    <a:pt x="2599" y="2157"/>
                    <a:pt x="2710" y="1902"/>
                    <a:pt x="2931" y="1737"/>
                  </a:cubicBezTo>
                  <a:cubicBezTo>
                    <a:pt x="3373" y="1416"/>
                    <a:pt x="3417" y="775"/>
                    <a:pt x="3030" y="388"/>
                  </a:cubicBezTo>
                  <a:cubicBezTo>
                    <a:pt x="2643" y="1"/>
                    <a:pt x="1991" y="67"/>
                    <a:pt x="1681" y="5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1"/>
            <p:cNvSpPr/>
            <p:nvPr/>
          </p:nvSpPr>
          <p:spPr>
            <a:xfrm>
              <a:off x="-3553304" y="3217227"/>
              <a:ext cx="870918" cy="859134"/>
            </a:xfrm>
            <a:custGeom>
              <a:rect b="b" l="l" r="r" t="t"/>
              <a:pathLst>
                <a:path extrusionOk="0" h="3208" w="3252">
                  <a:moveTo>
                    <a:pt x="1559" y="752"/>
                  </a:moveTo>
                  <a:cubicBezTo>
                    <a:pt x="1526" y="797"/>
                    <a:pt x="1504" y="841"/>
                    <a:pt x="1482" y="896"/>
                  </a:cubicBezTo>
                  <a:cubicBezTo>
                    <a:pt x="1360" y="1184"/>
                    <a:pt x="1128" y="1427"/>
                    <a:pt x="841" y="1548"/>
                  </a:cubicBezTo>
                  <a:cubicBezTo>
                    <a:pt x="520" y="1659"/>
                    <a:pt x="266" y="1902"/>
                    <a:pt x="133" y="2212"/>
                  </a:cubicBezTo>
                  <a:cubicBezTo>
                    <a:pt x="0" y="2533"/>
                    <a:pt x="0" y="2897"/>
                    <a:pt x="144" y="3207"/>
                  </a:cubicBezTo>
                  <a:cubicBezTo>
                    <a:pt x="354" y="3163"/>
                    <a:pt x="564" y="3108"/>
                    <a:pt x="774" y="3030"/>
                  </a:cubicBezTo>
                  <a:cubicBezTo>
                    <a:pt x="1725" y="2709"/>
                    <a:pt x="2555" y="2112"/>
                    <a:pt x="3174" y="1327"/>
                  </a:cubicBezTo>
                  <a:cubicBezTo>
                    <a:pt x="3251" y="421"/>
                    <a:pt x="2079" y="0"/>
                    <a:pt x="1559" y="75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1"/>
            <p:cNvSpPr/>
            <p:nvPr/>
          </p:nvSpPr>
          <p:spPr>
            <a:xfrm>
              <a:off x="-3124004" y="3063236"/>
              <a:ext cx="178094" cy="213445"/>
            </a:xfrm>
            <a:custGeom>
              <a:rect b="b" l="l" r="r" t="t"/>
              <a:pathLst>
                <a:path extrusionOk="0" h="797" w="665">
                  <a:moveTo>
                    <a:pt x="542" y="597"/>
                  </a:moveTo>
                  <a:cubicBezTo>
                    <a:pt x="343" y="797"/>
                    <a:pt x="1" y="631"/>
                    <a:pt x="34" y="343"/>
                  </a:cubicBezTo>
                  <a:cubicBezTo>
                    <a:pt x="78" y="67"/>
                    <a:pt x="454" y="0"/>
                    <a:pt x="587" y="244"/>
                  </a:cubicBezTo>
                  <a:cubicBezTo>
                    <a:pt x="664" y="354"/>
                    <a:pt x="642" y="509"/>
                    <a:pt x="542" y="59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21"/>
            <p:cNvSpPr/>
            <p:nvPr/>
          </p:nvSpPr>
          <p:spPr>
            <a:xfrm>
              <a:off x="-3763535" y="3427458"/>
              <a:ext cx="266739" cy="311195"/>
            </a:xfrm>
            <a:custGeom>
              <a:rect b="b" l="l" r="r" t="t"/>
              <a:pathLst>
                <a:path extrusionOk="0" h="1162" w="996">
                  <a:moveTo>
                    <a:pt x="752" y="1062"/>
                  </a:moveTo>
                  <a:cubicBezTo>
                    <a:pt x="564" y="1162"/>
                    <a:pt x="288" y="1040"/>
                    <a:pt x="144" y="774"/>
                  </a:cubicBezTo>
                  <a:cubicBezTo>
                    <a:pt x="0" y="509"/>
                    <a:pt x="44" y="211"/>
                    <a:pt x="232" y="100"/>
                  </a:cubicBezTo>
                  <a:cubicBezTo>
                    <a:pt x="431" y="0"/>
                    <a:pt x="708" y="122"/>
                    <a:pt x="852" y="387"/>
                  </a:cubicBezTo>
                  <a:cubicBezTo>
                    <a:pt x="995" y="653"/>
                    <a:pt x="951" y="962"/>
                    <a:pt x="752" y="106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3" name="Google Shape;773;p21"/>
          <p:cNvGrpSpPr/>
          <p:nvPr/>
        </p:nvGrpSpPr>
        <p:grpSpPr>
          <a:xfrm>
            <a:off x="5811689" y="2625558"/>
            <a:ext cx="591580" cy="590387"/>
            <a:chOff x="-31094350" y="3194000"/>
            <a:chExt cx="292225" cy="291650"/>
          </a:xfrm>
        </p:grpSpPr>
        <p:sp>
          <p:nvSpPr>
            <p:cNvPr id="774" name="Google Shape;774;p21"/>
            <p:cNvSpPr/>
            <p:nvPr/>
          </p:nvSpPr>
          <p:spPr>
            <a:xfrm>
              <a:off x="-31033700" y="3194000"/>
              <a:ext cx="103200" cy="34100"/>
            </a:xfrm>
            <a:custGeom>
              <a:rect b="b" l="l" r="r" t="t"/>
              <a:pathLst>
                <a:path extrusionOk="0" h="1364" w="4128">
                  <a:moveTo>
                    <a:pt x="645" y="0"/>
                  </a:moveTo>
                  <a:cubicBezTo>
                    <a:pt x="263" y="0"/>
                    <a:pt x="0" y="296"/>
                    <a:pt x="0" y="670"/>
                  </a:cubicBezTo>
                  <a:lnTo>
                    <a:pt x="0" y="1016"/>
                  </a:lnTo>
                  <a:cubicBezTo>
                    <a:pt x="0" y="1205"/>
                    <a:pt x="158" y="1363"/>
                    <a:pt x="347" y="1363"/>
                  </a:cubicBezTo>
                  <a:lnTo>
                    <a:pt x="3781" y="1363"/>
                  </a:lnTo>
                  <a:cubicBezTo>
                    <a:pt x="3970" y="1363"/>
                    <a:pt x="4127" y="1205"/>
                    <a:pt x="4127" y="1016"/>
                  </a:cubicBezTo>
                  <a:lnTo>
                    <a:pt x="4127" y="670"/>
                  </a:lnTo>
                  <a:cubicBezTo>
                    <a:pt x="4127" y="260"/>
                    <a:pt x="3812" y="8"/>
                    <a:pt x="3466" y="8"/>
                  </a:cubicBezTo>
                  <a:lnTo>
                    <a:pt x="756" y="8"/>
                  </a:lnTo>
                  <a:cubicBezTo>
                    <a:pt x="718" y="3"/>
                    <a:pt x="681" y="0"/>
                    <a:pt x="6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52525" lIns="152525" spcFirstLastPara="1" rIns="152525" wrap="square" tIns="15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6"/>
                <a:buFont typeface="Arial"/>
                <a:buNone/>
              </a:pPr>
              <a:r>
                <a:t/>
              </a:r>
              <a:endParaRPr b="0" i="0" sz="23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21"/>
            <p:cNvSpPr/>
            <p:nvPr/>
          </p:nvSpPr>
          <p:spPr>
            <a:xfrm>
              <a:off x="-31042375" y="3346200"/>
              <a:ext cx="16550" cy="18150"/>
            </a:xfrm>
            <a:custGeom>
              <a:rect b="b" l="l" r="r" t="t"/>
              <a:pathLst>
                <a:path extrusionOk="0" h="726" w="662">
                  <a:moveTo>
                    <a:pt x="1" y="1"/>
                  </a:moveTo>
                  <a:lnTo>
                    <a:pt x="1" y="725"/>
                  </a:lnTo>
                  <a:lnTo>
                    <a:pt x="662" y="725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52525" lIns="152525" spcFirstLastPara="1" rIns="152525" wrap="square" tIns="15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6"/>
                <a:buFont typeface="Arial"/>
                <a:buNone/>
              </a:pPr>
              <a:r>
                <a:t/>
              </a:r>
              <a:endParaRPr b="0" i="0" sz="23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21"/>
            <p:cNvSpPr/>
            <p:nvPr/>
          </p:nvSpPr>
          <p:spPr>
            <a:xfrm>
              <a:off x="-31042375" y="3278475"/>
              <a:ext cx="16550" cy="16550"/>
            </a:xfrm>
            <a:custGeom>
              <a:rect b="b" l="l" r="r" t="t"/>
              <a:pathLst>
                <a:path extrusionOk="0" h="662" w="662">
                  <a:moveTo>
                    <a:pt x="1" y="0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52525" lIns="152525" spcFirstLastPara="1" rIns="152525" wrap="square" tIns="15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6"/>
                <a:buFont typeface="Arial"/>
                <a:buNone/>
              </a:pPr>
              <a:r>
                <a:t/>
              </a:r>
              <a:endParaRPr b="0" i="0" sz="23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21"/>
            <p:cNvSpPr/>
            <p:nvPr/>
          </p:nvSpPr>
          <p:spPr>
            <a:xfrm>
              <a:off x="-31042375" y="3416300"/>
              <a:ext cx="16550" cy="16575"/>
            </a:xfrm>
            <a:custGeom>
              <a:rect b="b" l="l" r="r" t="t"/>
              <a:pathLst>
                <a:path extrusionOk="0" h="663" w="662">
                  <a:moveTo>
                    <a:pt x="1" y="1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52525" lIns="152525" spcFirstLastPara="1" rIns="152525" wrap="square" tIns="15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6"/>
                <a:buFont typeface="Arial"/>
                <a:buNone/>
              </a:pPr>
              <a:r>
                <a:t/>
              </a:r>
              <a:endParaRPr b="0" i="0" sz="23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21"/>
            <p:cNvSpPr/>
            <p:nvPr/>
          </p:nvSpPr>
          <p:spPr>
            <a:xfrm>
              <a:off x="-31094350" y="3210725"/>
              <a:ext cx="222900" cy="274925"/>
            </a:xfrm>
            <a:custGeom>
              <a:rect b="b" l="l" r="r" t="t"/>
              <a:pathLst>
                <a:path extrusionOk="0" h="10997" w="8916">
                  <a:moveTo>
                    <a:pt x="7183" y="2049"/>
                  </a:moveTo>
                  <a:cubicBezTo>
                    <a:pt x="7404" y="2049"/>
                    <a:pt x="7561" y="2206"/>
                    <a:pt x="7561" y="2395"/>
                  </a:cubicBezTo>
                  <a:cubicBezTo>
                    <a:pt x="7561" y="2584"/>
                    <a:pt x="7404" y="2742"/>
                    <a:pt x="7183" y="2742"/>
                  </a:cubicBezTo>
                  <a:lnTo>
                    <a:pt x="4474" y="2742"/>
                  </a:lnTo>
                  <a:cubicBezTo>
                    <a:pt x="4285" y="2742"/>
                    <a:pt x="4127" y="2584"/>
                    <a:pt x="4127" y="2395"/>
                  </a:cubicBezTo>
                  <a:cubicBezTo>
                    <a:pt x="4127" y="2206"/>
                    <a:pt x="4285" y="2049"/>
                    <a:pt x="4474" y="2049"/>
                  </a:cubicBezTo>
                  <a:close/>
                  <a:moveTo>
                    <a:pt x="3151" y="2017"/>
                  </a:moveTo>
                  <a:cubicBezTo>
                    <a:pt x="3340" y="2017"/>
                    <a:pt x="3497" y="2175"/>
                    <a:pt x="3497" y="2364"/>
                  </a:cubicBezTo>
                  <a:lnTo>
                    <a:pt x="3497" y="3750"/>
                  </a:lnTo>
                  <a:cubicBezTo>
                    <a:pt x="3497" y="3939"/>
                    <a:pt x="3340" y="4097"/>
                    <a:pt x="3151" y="4097"/>
                  </a:cubicBezTo>
                  <a:lnTo>
                    <a:pt x="1764" y="4097"/>
                  </a:lnTo>
                  <a:cubicBezTo>
                    <a:pt x="1575" y="4097"/>
                    <a:pt x="1418" y="3939"/>
                    <a:pt x="1418" y="3750"/>
                  </a:cubicBezTo>
                  <a:lnTo>
                    <a:pt x="1418" y="2364"/>
                  </a:lnTo>
                  <a:cubicBezTo>
                    <a:pt x="1418" y="2175"/>
                    <a:pt x="1575" y="2017"/>
                    <a:pt x="1764" y="2017"/>
                  </a:cubicBezTo>
                  <a:close/>
                  <a:moveTo>
                    <a:pt x="5860" y="3372"/>
                  </a:moveTo>
                  <a:cubicBezTo>
                    <a:pt x="6049" y="3372"/>
                    <a:pt x="6207" y="3529"/>
                    <a:pt x="6207" y="3750"/>
                  </a:cubicBezTo>
                  <a:cubicBezTo>
                    <a:pt x="6207" y="3939"/>
                    <a:pt x="6049" y="4097"/>
                    <a:pt x="5860" y="4097"/>
                  </a:cubicBezTo>
                  <a:lnTo>
                    <a:pt x="4474" y="4097"/>
                  </a:lnTo>
                  <a:cubicBezTo>
                    <a:pt x="4285" y="4097"/>
                    <a:pt x="4127" y="3939"/>
                    <a:pt x="4127" y="3750"/>
                  </a:cubicBezTo>
                  <a:cubicBezTo>
                    <a:pt x="4127" y="3529"/>
                    <a:pt x="4285" y="3372"/>
                    <a:pt x="4474" y="3372"/>
                  </a:cubicBezTo>
                  <a:close/>
                  <a:moveTo>
                    <a:pt x="7183" y="4758"/>
                  </a:moveTo>
                  <a:cubicBezTo>
                    <a:pt x="7404" y="4758"/>
                    <a:pt x="7561" y="4916"/>
                    <a:pt x="7561" y="5105"/>
                  </a:cubicBezTo>
                  <a:cubicBezTo>
                    <a:pt x="7561" y="5325"/>
                    <a:pt x="7404" y="5483"/>
                    <a:pt x="7183" y="5483"/>
                  </a:cubicBezTo>
                  <a:lnTo>
                    <a:pt x="4474" y="5483"/>
                  </a:lnTo>
                  <a:cubicBezTo>
                    <a:pt x="4285" y="5483"/>
                    <a:pt x="4127" y="5325"/>
                    <a:pt x="4127" y="5105"/>
                  </a:cubicBezTo>
                  <a:cubicBezTo>
                    <a:pt x="4127" y="4916"/>
                    <a:pt x="4285" y="4758"/>
                    <a:pt x="4474" y="4758"/>
                  </a:cubicBezTo>
                  <a:close/>
                  <a:moveTo>
                    <a:pt x="3151" y="4758"/>
                  </a:moveTo>
                  <a:cubicBezTo>
                    <a:pt x="3340" y="4758"/>
                    <a:pt x="3497" y="4916"/>
                    <a:pt x="3497" y="5105"/>
                  </a:cubicBezTo>
                  <a:lnTo>
                    <a:pt x="3497" y="6491"/>
                  </a:lnTo>
                  <a:cubicBezTo>
                    <a:pt x="3497" y="6680"/>
                    <a:pt x="3340" y="6837"/>
                    <a:pt x="3151" y="6837"/>
                  </a:cubicBezTo>
                  <a:lnTo>
                    <a:pt x="1764" y="6837"/>
                  </a:lnTo>
                  <a:cubicBezTo>
                    <a:pt x="1575" y="6837"/>
                    <a:pt x="1418" y="6680"/>
                    <a:pt x="1418" y="6491"/>
                  </a:cubicBezTo>
                  <a:lnTo>
                    <a:pt x="1418" y="5105"/>
                  </a:lnTo>
                  <a:cubicBezTo>
                    <a:pt x="1418" y="4916"/>
                    <a:pt x="1575" y="4758"/>
                    <a:pt x="1764" y="4758"/>
                  </a:cubicBezTo>
                  <a:close/>
                  <a:moveTo>
                    <a:pt x="5860" y="6144"/>
                  </a:moveTo>
                  <a:cubicBezTo>
                    <a:pt x="6049" y="6144"/>
                    <a:pt x="6207" y="6302"/>
                    <a:pt x="6207" y="6491"/>
                  </a:cubicBezTo>
                  <a:cubicBezTo>
                    <a:pt x="6207" y="6680"/>
                    <a:pt x="6049" y="6837"/>
                    <a:pt x="5860" y="6837"/>
                  </a:cubicBezTo>
                  <a:lnTo>
                    <a:pt x="4474" y="6837"/>
                  </a:lnTo>
                  <a:cubicBezTo>
                    <a:pt x="4285" y="6837"/>
                    <a:pt x="4127" y="6680"/>
                    <a:pt x="4127" y="6491"/>
                  </a:cubicBezTo>
                  <a:cubicBezTo>
                    <a:pt x="4127" y="6302"/>
                    <a:pt x="4285" y="6144"/>
                    <a:pt x="4474" y="6144"/>
                  </a:cubicBezTo>
                  <a:close/>
                  <a:moveTo>
                    <a:pt x="7183" y="7562"/>
                  </a:moveTo>
                  <a:cubicBezTo>
                    <a:pt x="7404" y="7562"/>
                    <a:pt x="7561" y="7720"/>
                    <a:pt x="7561" y="7909"/>
                  </a:cubicBezTo>
                  <a:cubicBezTo>
                    <a:pt x="7561" y="8098"/>
                    <a:pt x="7404" y="8255"/>
                    <a:pt x="7183" y="8255"/>
                  </a:cubicBezTo>
                  <a:lnTo>
                    <a:pt x="4474" y="8255"/>
                  </a:lnTo>
                  <a:cubicBezTo>
                    <a:pt x="4285" y="8255"/>
                    <a:pt x="4127" y="8098"/>
                    <a:pt x="4127" y="7909"/>
                  </a:cubicBezTo>
                  <a:cubicBezTo>
                    <a:pt x="4127" y="7720"/>
                    <a:pt x="4285" y="7562"/>
                    <a:pt x="4474" y="7562"/>
                  </a:cubicBezTo>
                  <a:close/>
                  <a:moveTo>
                    <a:pt x="3151" y="7531"/>
                  </a:moveTo>
                  <a:cubicBezTo>
                    <a:pt x="3340" y="7531"/>
                    <a:pt x="3497" y="7657"/>
                    <a:pt x="3497" y="7877"/>
                  </a:cubicBezTo>
                  <a:lnTo>
                    <a:pt x="3497" y="9232"/>
                  </a:lnTo>
                  <a:cubicBezTo>
                    <a:pt x="3497" y="9452"/>
                    <a:pt x="3340" y="9610"/>
                    <a:pt x="3151" y="9610"/>
                  </a:cubicBezTo>
                  <a:lnTo>
                    <a:pt x="1764" y="9610"/>
                  </a:lnTo>
                  <a:cubicBezTo>
                    <a:pt x="1575" y="9610"/>
                    <a:pt x="1418" y="9452"/>
                    <a:pt x="1418" y="9232"/>
                  </a:cubicBezTo>
                  <a:lnTo>
                    <a:pt x="1418" y="7877"/>
                  </a:lnTo>
                  <a:cubicBezTo>
                    <a:pt x="1418" y="7657"/>
                    <a:pt x="1575" y="7531"/>
                    <a:pt x="1764" y="7531"/>
                  </a:cubicBezTo>
                  <a:close/>
                  <a:moveTo>
                    <a:pt x="5860" y="8885"/>
                  </a:moveTo>
                  <a:cubicBezTo>
                    <a:pt x="6049" y="8885"/>
                    <a:pt x="6207" y="9043"/>
                    <a:pt x="6207" y="9232"/>
                  </a:cubicBezTo>
                  <a:cubicBezTo>
                    <a:pt x="6207" y="9452"/>
                    <a:pt x="6049" y="9610"/>
                    <a:pt x="5860" y="9610"/>
                  </a:cubicBezTo>
                  <a:lnTo>
                    <a:pt x="4474" y="9610"/>
                  </a:lnTo>
                  <a:cubicBezTo>
                    <a:pt x="4285" y="9610"/>
                    <a:pt x="4127" y="9452"/>
                    <a:pt x="4127" y="9232"/>
                  </a:cubicBezTo>
                  <a:cubicBezTo>
                    <a:pt x="4127" y="9043"/>
                    <a:pt x="4285" y="8885"/>
                    <a:pt x="4474" y="8885"/>
                  </a:cubicBezTo>
                  <a:close/>
                  <a:moveTo>
                    <a:pt x="1040" y="1"/>
                  </a:moveTo>
                  <a:cubicBezTo>
                    <a:pt x="504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32" y="10524"/>
                    <a:pt x="504" y="10996"/>
                    <a:pt x="1040" y="10996"/>
                  </a:cubicBezTo>
                  <a:lnTo>
                    <a:pt x="7908" y="10996"/>
                  </a:lnTo>
                  <a:cubicBezTo>
                    <a:pt x="8444" y="10996"/>
                    <a:pt x="8916" y="10524"/>
                    <a:pt x="8916" y="9956"/>
                  </a:cubicBezTo>
                  <a:lnTo>
                    <a:pt x="8916" y="1009"/>
                  </a:lnTo>
                  <a:cubicBezTo>
                    <a:pt x="8916" y="473"/>
                    <a:pt x="8444" y="1"/>
                    <a:pt x="7908" y="1"/>
                  </a:cubicBezTo>
                  <a:lnTo>
                    <a:pt x="7183" y="1"/>
                  </a:lnTo>
                  <a:lnTo>
                    <a:pt x="7183" y="347"/>
                  </a:lnTo>
                  <a:cubicBezTo>
                    <a:pt x="7183" y="915"/>
                    <a:pt x="6711" y="1387"/>
                    <a:pt x="6175" y="1387"/>
                  </a:cubicBezTo>
                  <a:lnTo>
                    <a:pt x="2741" y="1387"/>
                  </a:lnTo>
                  <a:cubicBezTo>
                    <a:pt x="2206" y="1387"/>
                    <a:pt x="1733" y="915"/>
                    <a:pt x="1733" y="347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52525" lIns="152525" spcFirstLastPara="1" rIns="152525" wrap="square" tIns="15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6"/>
                <a:buFont typeface="Arial"/>
                <a:buNone/>
              </a:pPr>
              <a:r>
                <a:t/>
              </a:r>
              <a:endParaRPr b="0" i="0" sz="23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21"/>
            <p:cNvSpPr/>
            <p:nvPr/>
          </p:nvSpPr>
          <p:spPr>
            <a:xfrm>
              <a:off x="-30853350" y="3295000"/>
              <a:ext cx="51225" cy="104000"/>
            </a:xfrm>
            <a:custGeom>
              <a:rect b="b" l="l" r="r" t="t"/>
              <a:pathLst>
                <a:path extrusionOk="0" h="4160" w="2049">
                  <a:moveTo>
                    <a:pt x="1" y="1"/>
                  </a:moveTo>
                  <a:lnTo>
                    <a:pt x="1" y="4160"/>
                  </a:lnTo>
                  <a:lnTo>
                    <a:pt x="2049" y="4160"/>
                  </a:lnTo>
                  <a:lnTo>
                    <a:pt x="2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52525" lIns="152525" spcFirstLastPara="1" rIns="152525" wrap="square" tIns="15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6"/>
                <a:buFont typeface="Arial"/>
                <a:buNone/>
              </a:pPr>
              <a:r>
                <a:t/>
              </a:r>
              <a:endParaRPr b="0" i="0" sz="23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21"/>
            <p:cNvSpPr/>
            <p:nvPr/>
          </p:nvSpPr>
          <p:spPr>
            <a:xfrm>
              <a:off x="-30853350" y="3227275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048"/>
                  </a:lnTo>
                  <a:lnTo>
                    <a:pt x="2049" y="2048"/>
                  </a:lnTo>
                  <a:lnTo>
                    <a:pt x="2049" y="1040"/>
                  </a:ln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52525" lIns="152525" spcFirstLastPara="1" rIns="152525" wrap="square" tIns="15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6"/>
                <a:buFont typeface="Arial"/>
                <a:buNone/>
              </a:pPr>
              <a:r>
                <a:t/>
              </a:r>
              <a:endParaRPr b="0" i="0" sz="23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21"/>
            <p:cNvSpPr/>
            <p:nvPr/>
          </p:nvSpPr>
          <p:spPr>
            <a:xfrm>
              <a:off x="-30851775" y="3416300"/>
              <a:ext cx="46500" cy="51225"/>
            </a:xfrm>
            <a:custGeom>
              <a:rect b="b" l="l" r="r" t="t"/>
              <a:pathLst>
                <a:path extrusionOk="0" h="2049" w="1860">
                  <a:moveTo>
                    <a:pt x="1" y="1"/>
                  </a:moveTo>
                  <a:lnTo>
                    <a:pt x="599" y="1796"/>
                  </a:lnTo>
                  <a:cubicBezTo>
                    <a:pt x="694" y="1985"/>
                    <a:pt x="788" y="2048"/>
                    <a:pt x="946" y="2048"/>
                  </a:cubicBezTo>
                  <a:cubicBezTo>
                    <a:pt x="1103" y="2048"/>
                    <a:pt x="1229" y="1985"/>
                    <a:pt x="1261" y="1796"/>
                  </a:cubicBezTo>
                  <a:lnTo>
                    <a:pt x="18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52525" lIns="152525" spcFirstLastPara="1" rIns="152525" wrap="square" tIns="15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6"/>
                <a:buFont typeface="Arial"/>
                <a:buNone/>
              </a:pPr>
              <a:r>
                <a:t/>
              </a:r>
              <a:endParaRPr b="0" i="0" sz="23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2" name="Google Shape;782;p21"/>
          <p:cNvSpPr txBox="1"/>
          <p:nvPr/>
        </p:nvSpPr>
        <p:spPr>
          <a:xfrm>
            <a:off x="3363700" y="5507675"/>
            <a:ext cx="115608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-Asumi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compromisos claros, reforzando la importancia de cumplir tareas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ademas de la constancia y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 entre ambos.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La implementación del backend con </a:t>
            </a: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Node.js y Express.js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junto a la base de datos </a:t>
            </a: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SupaBase.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3fd261eba_0_17"/>
          <p:cNvSpPr txBox="1"/>
          <p:nvPr/>
        </p:nvSpPr>
        <p:spPr>
          <a:xfrm>
            <a:off x="4365635" y="2625557"/>
            <a:ext cx="8367900" cy="17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rPr b="0" i="0" lang="en-US" sz="4866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Preguntas de la </a:t>
            </a:r>
            <a:r>
              <a:rPr b="0" i="0" lang="en-US" sz="4866" u="none" cap="none" strike="noStrik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comisión</a:t>
            </a:r>
            <a:endParaRPr b="0" i="0" sz="4866" u="none" cap="none" strike="noStrike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788" name="Google Shape;788;g3a3fd261eba_0_17"/>
          <p:cNvSpPr/>
          <p:nvPr/>
        </p:nvSpPr>
        <p:spPr>
          <a:xfrm>
            <a:off x="596932" y="-1009869"/>
            <a:ext cx="3301969" cy="3301969"/>
          </a:xfrm>
          <a:custGeom>
            <a:rect b="b" l="l" r="r" t="t"/>
            <a:pathLst>
              <a:path extrusionOk="0" h="3301969" w="3301969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89" name="Google Shape;789;g3a3fd261eba_0_17"/>
          <p:cNvSpPr/>
          <p:nvPr/>
        </p:nvSpPr>
        <p:spPr>
          <a:xfrm>
            <a:off x="14055077" y="-262803"/>
            <a:ext cx="3744147" cy="2888342"/>
          </a:xfrm>
          <a:custGeom>
            <a:rect b="b" l="l" r="r" t="t"/>
            <a:pathLst>
              <a:path extrusionOk="0" h="2888342" w="3744147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90" name="Google Shape;790;g3a3fd261eba_0_17"/>
          <p:cNvGrpSpPr/>
          <p:nvPr/>
        </p:nvGrpSpPr>
        <p:grpSpPr>
          <a:xfrm>
            <a:off x="0" y="9523652"/>
            <a:ext cx="18288212" cy="933252"/>
            <a:chOff x="0" y="-38100"/>
            <a:chExt cx="4810915" cy="252900"/>
          </a:xfrm>
        </p:grpSpPr>
        <p:sp>
          <p:nvSpPr>
            <p:cNvPr id="791" name="Google Shape;791;g3a3fd261eba_0_17"/>
            <p:cNvSpPr/>
            <p:nvPr/>
          </p:nvSpPr>
          <p:spPr>
            <a:xfrm>
              <a:off x="0" y="0"/>
              <a:ext cx="4810915" cy="214749"/>
            </a:xfrm>
            <a:custGeom>
              <a:rect b="b" l="l" r="r" t="t"/>
              <a:pathLst>
                <a:path extrusionOk="0" h="214749" w="4810915">
                  <a:moveTo>
                    <a:pt x="0" y="0"/>
                  </a:moveTo>
                  <a:lnTo>
                    <a:pt x="4810915" y="0"/>
                  </a:lnTo>
                  <a:lnTo>
                    <a:pt x="4810915" y="214749"/>
                  </a:lnTo>
                  <a:lnTo>
                    <a:pt x="0" y="214749"/>
                  </a:lnTo>
                  <a:close/>
                </a:path>
              </a:pathLst>
            </a:custGeom>
            <a:solidFill>
              <a:srgbClr val="47322F"/>
            </a:solidFill>
            <a:ln>
              <a:noFill/>
            </a:ln>
          </p:spPr>
        </p:sp>
        <p:sp>
          <p:nvSpPr>
            <p:cNvPr id="792" name="Google Shape;792;g3a3fd261eba_0_17"/>
            <p:cNvSpPr txBox="1"/>
            <p:nvPr/>
          </p:nvSpPr>
          <p:spPr>
            <a:xfrm>
              <a:off x="0" y="-38100"/>
              <a:ext cx="4810800" cy="252900"/>
            </a:xfrm>
            <a:prstGeom prst="rect">
              <a:avLst/>
            </a:prstGeom>
            <a:solidFill>
              <a:srgbClr val="47322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3" name="Google Shape;793;g3a3fd261eba_0_17"/>
          <p:cNvGrpSpPr/>
          <p:nvPr/>
        </p:nvGrpSpPr>
        <p:grpSpPr>
          <a:xfrm>
            <a:off x="16626962" y="7369687"/>
            <a:ext cx="1196567" cy="2153939"/>
            <a:chOff x="152700" y="2332825"/>
            <a:chExt cx="1036528" cy="2197224"/>
          </a:xfrm>
        </p:grpSpPr>
        <p:sp>
          <p:nvSpPr>
            <p:cNvPr id="794" name="Google Shape;794;g3a3fd261eba_0_17"/>
            <p:cNvSpPr/>
            <p:nvPr/>
          </p:nvSpPr>
          <p:spPr>
            <a:xfrm>
              <a:off x="677722" y="2976053"/>
              <a:ext cx="111607" cy="1369765"/>
            </a:xfrm>
            <a:custGeom>
              <a:rect b="b" l="l" r="r" t="t"/>
              <a:pathLst>
                <a:path extrusionOk="0" h="4357" w="355">
                  <a:moveTo>
                    <a:pt x="1" y="0"/>
                  </a:moveTo>
                  <a:lnTo>
                    <a:pt x="1" y="4357"/>
                  </a:lnTo>
                  <a:lnTo>
                    <a:pt x="354" y="4357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g3a3fd261eba_0_17"/>
            <p:cNvSpPr/>
            <p:nvPr/>
          </p:nvSpPr>
          <p:spPr>
            <a:xfrm>
              <a:off x="733368" y="2976053"/>
              <a:ext cx="55961" cy="1369765"/>
            </a:xfrm>
            <a:custGeom>
              <a:rect b="b" l="l" r="r" t="t"/>
              <a:pathLst>
                <a:path extrusionOk="0" h="4357" w="178">
                  <a:moveTo>
                    <a:pt x="1" y="0"/>
                  </a:moveTo>
                  <a:lnTo>
                    <a:pt x="1" y="4357"/>
                  </a:lnTo>
                  <a:lnTo>
                    <a:pt x="177" y="435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g3a3fd261eba_0_17"/>
            <p:cNvSpPr/>
            <p:nvPr/>
          </p:nvSpPr>
          <p:spPr>
            <a:xfrm>
              <a:off x="677722" y="3198322"/>
              <a:ext cx="111607" cy="76081"/>
            </a:xfrm>
            <a:custGeom>
              <a:rect b="b" l="l" r="r" t="t"/>
              <a:pathLst>
                <a:path extrusionOk="0" h="242" w="355">
                  <a:moveTo>
                    <a:pt x="1" y="1"/>
                  </a:moveTo>
                  <a:lnTo>
                    <a:pt x="1" y="233"/>
                  </a:lnTo>
                  <a:cubicBezTo>
                    <a:pt x="61" y="238"/>
                    <a:pt x="122" y="241"/>
                    <a:pt x="182" y="241"/>
                  </a:cubicBezTo>
                  <a:cubicBezTo>
                    <a:pt x="241" y="241"/>
                    <a:pt x="299" y="238"/>
                    <a:pt x="354" y="233"/>
                  </a:cubicBezTo>
                  <a:lnTo>
                    <a:pt x="354" y="1"/>
                  </a:lnTo>
                  <a:cubicBezTo>
                    <a:pt x="299" y="12"/>
                    <a:pt x="244" y="12"/>
                    <a:pt x="178" y="12"/>
                  </a:cubicBezTo>
                  <a:cubicBezTo>
                    <a:pt x="122" y="12"/>
                    <a:pt x="56" y="1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g3a3fd261eba_0_17"/>
            <p:cNvSpPr/>
            <p:nvPr/>
          </p:nvSpPr>
          <p:spPr>
            <a:xfrm>
              <a:off x="344160" y="4348965"/>
              <a:ext cx="782504" cy="181084"/>
            </a:xfrm>
            <a:custGeom>
              <a:rect b="b" l="l" r="r" t="t"/>
              <a:pathLst>
                <a:path extrusionOk="0" h="576" w="2489">
                  <a:moveTo>
                    <a:pt x="575" y="1"/>
                  </a:moveTo>
                  <a:cubicBezTo>
                    <a:pt x="254" y="1"/>
                    <a:pt x="0" y="255"/>
                    <a:pt x="0" y="576"/>
                  </a:cubicBezTo>
                  <a:lnTo>
                    <a:pt x="2488" y="576"/>
                  </a:lnTo>
                  <a:cubicBezTo>
                    <a:pt x="2488" y="255"/>
                    <a:pt x="2223" y="1"/>
                    <a:pt x="1902" y="1"/>
                  </a:cubicBezTo>
                  <a:close/>
                </a:path>
              </a:pathLst>
            </a:custGeom>
            <a:solidFill>
              <a:srgbClr val="473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g3a3fd261eba_0_17"/>
            <p:cNvSpPr/>
            <p:nvPr/>
          </p:nvSpPr>
          <p:spPr>
            <a:xfrm>
              <a:off x="173764" y="2332825"/>
              <a:ext cx="1015464" cy="870525"/>
            </a:xfrm>
            <a:custGeom>
              <a:rect b="b" l="l" r="r" t="t"/>
              <a:pathLst>
                <a:path extrusionOk="0" h="2769" w="3230">
                  <a:moveTo>
                    <a:pt x="1847" y="0"/>
                  </a:moveTo>
                  <a:cubicBezTo>
                    <a:pt x="619" y="0"/>
                    <a:pt x="0" y="1493"/>
                    <a:pt x="874" y="2367"/>
                  </a:cubicBezTo>
                  <a:cubicBezTo>
                    <a:pt x="1151" y="2644"/>
                    <a:pt x="1494" y="2768"/>
                    <a:pt x="1831" y="2768"/>
                  </a:cubicBezTo>
                  <a:cubicBezTo>
                    <a:pt x="2542" y="2768"/>
                    <a:pt x="3229" y="2215"/>
                    <a:pt x="3229" y="1383"/>
                  </a:cubicBezTo>
                  <a:cubicBezTo>
                    <a:pt x="3229" y="620"/>
                    <a:pt x="2610" y="0"/>
                    <a:pt x="18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g3a3fd261eba_0_17"/>
            <p:cNvSpPr/>
            <p:nvPr/>
          </p:nvSpPr>
          <p:spPr>
            <a:xfrm>
              <a:off x="197971" y="2367407"/>
              <a:ext cx="935610" cy="801361"/>
            </a:xfrm>
            <a:custGeom>
              <a:rect b="b" l="l" r="r" t="t"/>
              <a:pathLst>
                <a:path extrusionOk="0" h="2549" w="2976">
                  <a:moveTo>
                    <a:pt x="1704" y="1"/>
                  </a:moveTo>
                  <a:cubicBezTo>
                    <a:pt x="576" y="1"/>
                    <a:pt x="1" y="1372"/>
                    <a:pt x="808" y="2168"/>
                  </a:cubicBezTo>
                  <a:cubicBezTo>
                    <a:pt x="1067" y="2431"/>
                    <a:pt x="1386" y="2548"/>
                    <a:pt x="1700" y="2548"/>
                  </a:cubicBezTo>
                  <a:cubicBezTo>
                    <a:pt x="2350" y="2548"/>
                    <a:pt x="2975" y="2041"/>
                    <a:pt x="2975" y="1273"/>
                  </a:cubicBezTo>
                  <a:cubicBezTo>
                    <a:pt x="2975" y="576"/>
                    <a:pt x="2411" y="1"/>
                    <a:pt x="1704" y="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g3a3fd261eba_0_17"/>
            <p:cNvSpPr/>
            <p:nvPr/>
          </p:nvSpPr>
          <p:spPr>
            <a:xfrm>
              <a:off x="152700" y="2332825"/>
              <a:ext cx="1015464" cy="871154"/>
            </a:xfrm>
            <a:custGeom>
              <a:rect b="b" l="l" r="r" t="t"/>
              <a:pathLst>
                <a:path extrusionOk="0" h="2771" w="3230">
                  <a:moveTo>
                    <a:pt x="1839" y="109"/>
                  </a:moveTo>
                  <a:cubicBezTo>
                    <a:pt x="2491" y="109"/>
                    <a:pt x="3119" y="619"/>
                    <a:pt x="3119" y="1383"/>
                  </a:cubicBezTo>
                  <a:cubicBezTo>
                    <a:pt x="3119" y="2090"/>
                    <a:pt x="2555" y="2654"/>
                    <a:pt x="1848" y="2654"/>
                  </a:cubicBezTo>
                  <a:cubicBezTo>
                    <a:pt x="720" y="2654"/>
                    <a:pt x="145" y="1283"/>
                    <a:pt x="952" y="487"/>
                  </a:cubicBezTo>
                  <a:cubicBezTo>
                    <a:pt x="1209" y="226"/>
                    <a:pt x="1527" y="109"/>
                    <a:pt x="1839" y="109"/>
                  </a:cubicBezTo>
                  <a:close/>
                  <a:moveTo>
                    <a:pt x="1848" y="0"/>
                  </a:moveTo>
                  <a:cubicBezTo>
                    <a:pt x="620" y="0"/>
                    <a:pt x="1" y="1493"/>
                    <a:pt x="874" y="2367"/>
                  </a:cubicBezTo>
                  <a:cubicBezTo>
                    <a:pt x="1153" y="2645"/>
                    <a:pt x="1497" y="2770"/>
                    <a:pt x="1836" y="2770"/>
                  </a:cubicBezTo>
                  <a:cubicBezTo>
                    <a:pt x="2546" y="2770"/>
                    <a:pt x="3230" y="2221"/>
                    <a:pt x="3230" y="1383"/>
                  </a:cubicBezTo>
                  <a:cubicBezTo>
                    <a:pt x="3230" y="620"/>
                    <a:pt x="2610" y="0"/>
                    <a:pt x="18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g3a3fd261eba_0_17"/>
            <p:cNvSpPr/>
            <p:nvPr/>
          </p:nvSpPr>
          <p:spPr>
            <a:xfrm>
              <a:off x="413639" y="2656011"/>
              <a:ext cx="142731" cy="212523"/>
            </a:xfrm>
            <a:custGeom>
              <a:rect b="b" l="l" r="r" t="t"/>
              <a:pathLst>
                <a:path extrusionOk="0" h="676" w="454">
                  <a:moveTo>
                    <a:pt x="243" y="1"/>
                  </a:moveTo>
                  <a:cubicBezTo>
                    <a:pt x="210" y="1"/>
                    <a:pt x="177" y="12"/>
                    <a:pt x="144" y="12"/>
                  </a:cubicBezTo>
                  <a:cubicBezTo>
                    <a:pt x="122" y="23"/>
                    <a:pt x="100" y="34"/>
                    <a:pt x="78" y="56"/>
                  </a:cubicBezTo>
                  <a:cubicBezTo>
                    <a:pt x="56" y="78"/>
                    <a:pt x="44" y="100"/>
                    <a:pt x="33" y="122"/>
                  </a:cubicBezTo>
                  <a:cubicBezTo>
                    <a:pt x="22" y="145"/>
                    <a:pt x="11" y="178"/>
                    <a:pt x="11" y="200"/>
                  </a:cubicBezTo>
                  <a:cubicBezTo>
                    <a:pt x="11" y="233"/>
                    <a:pt x="22" y="255"/>
                    <a:pt x="22" y="277"/>
                  </a:cubicBezTo>
                  <a:cubicBezTo>
                    <a:pt x="33" y="288"/>
                    <a:pt x="44" y="310"/>
                    <a:pt x="56" y="321"/>
                  </a:cubicBezTo>
                  <a:cubicBezTo>
                    <a:pt x="67" y="344"/>
                    <a:pt x="89" y="355"/>
                    <a:pt x="100" y="366"/>
                  </a:cubicBezTo>
                  <a:cubicBezTo>
                    <a:pt x="122" y="377"/>
                    <a:pt x="144" y="388"/>
                    <a:pt x="166" y="388"/>
                  </a:cubicBezTo>
                  <a:lnTo>
                    <a:pt x="210" y="410"/>
                  </a:lnTo>
                  <a:lnTo>
                    <a:pt x="232" y="421"/>
                  </a:lnTo>
                  <a:lnTo>
                    <a:pt x="255" y="432"/>
                  </a:lnTo>
                  <a:cubicBezTo>
                    <a:pt x="266" y="432"/>
                    <a:pt x="277" y="443"/>
                    <a:pt x="277" y="443"/>
                  </a:cubicBezTo>
                  <a:cubicBezTo>
                    <a:pt x="277" y="454"/>
                    <a:pt x="277" y="465"/>
                    <a:pt x="277" y="476"/>
                  </a:cubicBezTo>
                  <a:cubicBezTo>
                    <a:pt x="277" y="487"/>
                    <a:pt x="277" y="509"/>
                    <a:pt x="255" y="520"/>
                  </a:cubicBezTo>
                  <a:cubicBezTo>
                    <a:pt x="232" y="532"/>
                    <a:pt x="210" y="532"/>
                    <a:pt x="177" y="532"/>
                  </a:cubicBezTo>
                  <a:cubicBezTo>
                    <a:pt x="133" y="532"/>
                    <a:pt x="78" y="520"/>
                    <a:pt x="33" y="498"/>
                  </a:cubicBezTo>
                  <a:cubicBezTo>
                    <a:pt x="22" y="520"/>
                    <a:pt x="11" y="543"/>
                    <a:pt x="11" y="576"/>
                  </a:cubicBezTo>
                  <a:cubicBezTo>
                    <a:pt x="11" y="598"/>
                    <a:pt x="0" y="620"/>
                    <a:pt x="0" y="642"/>
                  </a:cubicBezTo>
                  <a:cubicBezTo>
                    <a:pt x="33" y="653"/>
                    <a:pt x="67" y="664"/>
                    <a:pt x="100" y="664"/>
                  </a:cubicBezTo>
                  <a:cubicBezTo>
                    <a:pt x="122" y="675"/>
                    <a:pt x="155" y="675"/>
                    <a:pt x="199" y="675"/>
                  </a:cubicBezTo>
                  <a:cubicBezTo>
                    <a:pt x="232" y="675"/>
                    <a:pt x="266" y="675"/>
                    <a:pt x="299" y="664"/>
                  </a:cubicBezTo>
                  <a:cubicBezTo>
                    <a:pt x="332" y="653"/>
                    <a:pt x="365" y="642"/>
                    <a:pt x="387" y="620"/>
                  </a:cubicBezTo>
                  <a:cubicBezTo>
                    <a:pt x="409" y="598"/>
                    <a:pt x="420" y="576"/>
                    <a:pt x="431" y="554"/>
                  </a:cubicBezTo>
                  <a:cubicBezTo>
                    <a:pt x="443" y="520"/>
                    <a:pt x="454" y="498"/>
                    <a:pt x="454" y="465"/>
                  </a:cubicBezTo>
                  <a:cubicBezTo>
                    <a:pt x="454" y="443"/>
                    <a:pt x="443" y="410"/>
                    <a:pt x="443" y="388"/>
                  </a:cubicBezTo>
                  <a:cubicBezTo>
                    <a:pt x="431" y="366"/>
                    <a:pt x="420" y="355"/>
                    <a:pt x="409" y="332"/>
                  </a:cubicBezTo>
                  <a:cubicBezTo>
                    <a:pt x="387" y="321"/>
                    <a:pt x="376" y="310"/>
                    <a:pt x="354" y="299"/>
                  </a:cubicBezTo>
                  <a:cubicBezTo>
                    <a:pt x="332" y="288"/>
                    <a:pt x="310" y="277"/>
                    <a:pt x="288" y="266"/>
                  </a:cubicBezTo>
                  <a:lnTo>
                    <a:pt x="243" y="244"/>
                  </a:lnTo>
                  <a:cubicBezTo>
                    <a:pt x="232" y="244"/>
                    <a:pt x="210" y="233"/>
                    <a:pt x="199" y="233"/>
                  </a:cubicBezTo>
                  <a:cubicBezTo>
                    <a:pt x="188" y="222"/>
                    <a:pt x="188" y="200"/>
                    <a:pt x="188" y="189"/>
                  </a:cubicBezTo>
                  <a:cubicBezTo>
                    <a:pt x="177" y="178"/>
                    <a:pt x="177" y="167"/>
                    <a:pt x="188" y="167"/>
                  </a:cubicBezTo>
                  <a:cubicBezTo>
                    <a:pt x="188" y="156"/>
                    <a:pt x="199" y="145"/>
                    <a:pt x="199" y="145"/>
                  </a:cubicBezTo>
                  <a:cubicBezTo>
                    <a:pt x="210" y="145"/>
                    <a:pt x="221" y="133"/>
                    <a:pt x="221" y="133"/>
                  </a:cubicBezTo>
                  <a:lnTo>
                    <a:pt x="255" y="133"/>
                  </a:lnTo>
                  <a:cubicBezTo>
                    <a:pt x="277" y="133"/>
                    <a:pt x="310" y="145"/>
                    <a:pt x="332" y="145"/>
                  </a:cubicBezTo>
                  <a:lnTo>
                    <a:pt x="387" y="167"/>
                  </a:lnTo>
                  <a:cubicBezTo>
                    <a:pt x="398" y="145"/>
                    <a:pt x="409" y="122"/>
                    <a:pt x="409" y="100"/>
                  </a:cubicBezTo>
                  <a:cubicBezTo>
                    <a:pt x="420" y="78"/>
                    <a:pt x="420" y="56"/>
                    <a:pt x="420" y="45"/>
                  </a:cubicBezTo>
                  <a:cubicBezTo>
                    <a:pt x="398" y="23"/>
                    <a:pt x="365" y="23"/>
                    <a:pt x="332" y="12"/>
                  </a:cubicBezTo>
                  <a:cubicBezTo>
                    <a:pt x="299" y="12"/>
                    <a:pt x="277" y="1"/>
                    <a:pt x="2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g3a3fd261eba_0_17"/>
            <p:cNvSpPr/>
            <p:nvPr/>
          </p:nvSpPr>
          <p:spPr>
            <a:xfrm>
              <a:off x="562971" y="2659469"/>
              <a:ext cx="149962" cy="209064"/>
            </a:xfrm>
            <a:custGeom>
              <a:rect b="b" l="l" r="r" t="t"/>
              <a:pathLst>
                <a:path extrusionOk="0" h="665" w="477">
                  <a:moveTo>
                    <a:pt x="12" y="1"/>
                  </a:moveTo>
                  <a:cubicBezTo>
                    <a:pt x="12" y="23"/>
                    <a:pt x="1" y="45"/>
                    <a:pt x="1" y="78"/>
                  </a:cubicBezTo>
                  <a:cubicBezTo>
                    <a:pt x="1" y="100"/>
                    <a:pt x="12" y="122"/>
                    <a:pt x="12" y="145"/>
                  </a:cubicBezTo>
                  <a:lnTo>
                    <a:pt x="167" y="145"/>
                  </a:lnTo>
                  <a:lnTo>
                    <a:pt x="167" y="653"/>
                  </a:lnTo>
                  <a:cubicBezTo>
                    <a:pt x="200" y="653"/>
                    <a:pt x="222" y="664"/>
                    <a:pt x="255" y="664"/>
                  </a:cubicBezTo>
                  <a:cubicBezTo>
                    <a:pt x="277" y="664"/>
                    <a:pt x="310" y="653"/>
                    <a:pt x="332" y="653"/>
                  </a:cubicBezTo>
                  <a:lnTo>
                    <a:pt x="332" y="145"/>
                  </a:lnTo>
                  <a:lnTo>
                    <a:pt x="476" y="145"/>
                  </a:lnTo>
                  <a:cubicBezTo>
                    <a:pt x="476" y="122"/>
                    <a:pt x="476" y="100"/>
                    <a:pt x="476" y="78"/>
                  </a:cubicBezTo>
                  <a:cubicBezTo>
                    <a:pt x="476" y="67"/>
                    <a:pt x="476" y="45"/>
                    <a:pt x="476" y="45"/>
                  </a:cubicBezTo>
                  <a:lnTo>
                    <a:pt x="4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g3a3fd261eba_0_17"/>
            <p:cNvSpPr/>
            <p:nvPr/>
          </p:nvSpPr>
          <p:spPr>
            <a:xfrm>
              <a:off x="722993" y="2655068"/>
              <a:ext cx="181086" cy="214409"/>
            </a:xfrm>
            <a:custGeom>
              <a:rect b="b" l="l" r="r" t="t"/>
              <a:pathLst>
                <a:path extrusionOk="0" h="682" w="576">
                  <a:moveTo>
                    <a:pt x="288" y="148"/>
                  </a:moveTo>
                  <a:cubicBezTo>
                    <a:pt x="365" y="148"/>
                    <a:pt x="398" y="203"/>
                    <a:pt x="398" y="347"/>
                  </a:cubicBezTo>
                  <a:cubicBezTo>
                    <a:pt x="398" y="479"/>
                    <a:pt x="365" y="546"/>
                    <a:pt x="288" y="546"/>
                  </a:cubicBezTo>
                  <a:cubicBezTo>
                    <a:pt x="244" y="546"/>
                    <a:pt x="210" y="523"/>
                    <a:pt x="199" y="490"/>
                  </a:cubicBezTo>
                  <a:cubicBezTo>
                    <a:pt x="177" y="446"/>
                    <a:pt x="166" y="391"/>
                    <a:pt x="166" y="347"/>
                  </a:cubicBezTo>
                  <a:cubicBezTo>
                    <a:pt x="166" y="214"/>
                    <a:pt x="210" y="148"/>
                    <a:pt x="288" y="148"/>
                  </a:cubicBezTo>
                  <a:close/>
                  <a:moveTo>
                    <a:pt x="286" y="1"/>
                  </a:moveTo>
                  <a:cubicBezTo>
                    <a:pt x="244" y="1"/>
                    <a:pt x="199" y="9"/>
                    <a:pt x="155" y="26"/>
                  </a:cubicBezTo>
                  <a:cubicBezTo>
                    <a:pt x="122" y="48"/>
                    <a:pt x="89" y="70"/>
                    <a:pt x="67" y="103"/>
                  </a:cubicBezTo>
                  <a:cubicBezTo>
                    <a:pt x="45" y="125"/>
                    <a:pt x="22" y="170"/>
                    <a:pt x="11" y="203"/>
                  </a:cubicBezTo>
                  <a:cubicBezTo>
                    <a:pt x="0" y="247"/>
                    <a:pt x="0" y="302"/>
                    <a:pt x="0" y="347"/>
                  </a:cubicBezTo>
                  <a:cubicBezTo>
                    <a:pt x="0" y="391"/>
                    <a:pt x="0" y="435"/>
                    <a:pt x="11" y="479"/>
                  </a:cubicBezTo>
                  <a:cubicBezTo>
                    <a:pt x="22" y="523"/>
                    <a:pt x="45" y="557"/>
                    <a:pt x="67" y="590"/>
                  </a:cubicBezTo>
                  <a:cubicBezTo>
                    <a:pt x="89" y="623"/>
                    <a:pt x="122" y="645"/>
                    <a:pt x="155" y="656"/>
                  </a:cubicBezTo>
                  <a:cubicBezTo>
                    <a:pt x="199" y="673"/>
                    <a:pt x="244" y="681"/>
                    <a:pt x="286" y="681"/>
                  </a:cubicBezTo>
                  <a:cubicBezTo>
                    <a:pt x="329" y="681"/>
                    <a:pt x="371" y="673"/>
                    <a:pt x="409" y="656"/>
                  </a:cubicBezTo>
                  <a:cubicBezTo>
                    <a:pt x="454" y="645"/>
                    <a:pt x="476" y="623"/>
                    <a:pt x="498" y="590"/>
                  </a:cubicBezTo>
                  <a:cubicBezTo>
                    <a:pt x="531" y="557"/>
                    <a:pt x="542" y="523"/>
                    <a:pt x="553" y="479"/>
                  </a:cubicBezTo>
                  <a:cubicBezTo>
                    <a:pt x="564" y="435"/>
                    <a:pt x="575" y="391"/>
                    <a:pt x="575" y="347"/>
                  </a:cubicBezTo>
                  <a:cubicBezTo>
                    <a:pt x="575" y="302"/>
                    <a:pt x="564" y="247"/>
                    <a:pt x="553" y="203"/>
                  </a:cubicBezTo>
                  <a:cubicBezTo>
                    <a:pt x="542" y="170"/>
                    <a:pt x="531" y="125"/>
                    <a:pt x="498" y="103"/>
                  </a:cubicBezTo>
                  <a:cubicBezTo>
                    <a:pt x="476" y="70"/>
                    <a:pt x="454" y="48"/>
                    <a:pt x="409" y="26"/>
                  </a:cubicBezTo>
                  <a:cubicBezTo>
                    <a:pt x="371" y="9"/>
                    <a:pt x="329" y="1"/>
                    <a:pt x="2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g3a3fd261eba_0_17"/>
            <p:cNvSpPr/>
            <p:nvPr/>
          </p:nvSpPr>
          <p:spPr>
            <a:xfrm>
              <a:off x="931430" y="2659469"/>
              <a:ext cx="143045" cy="212523"/>
            </a:xfrm>
            <a:custGeom>
              <a:rect b="b" l="l" r="r" t="t"/>
              <a:pathLst>
                <a:path extrusionOk="0" h="676" w="455">
                  <a:moveTo>
                    <a:pt x="233" y="134"/>
                  </a:moveTo>
                  <a:cubicBezTo>
                    <a:pt x="244" y="134"/>
                    <a:pt x="255" y="145"/>
                    <a:pt x="266" y="145"/>
                  </a:cubicBezTo>
                  <a:cubicBezTo>
                    <a:pt x="277" y="156"/>
                    <a:pt x="277" y="167"/>
                    <a:pt x="288" y="178"/>
                  </a:cubicBezTo>
                  <a:cubicBezTo>
                    <a:pt x="288" y="189"/>
                    <a:pt x="288" y="211"/>
                    <a:pt x="288" y="222"/>
                  </a:cubicBezTo>
                  <a:cubicBezTo>
                    <a:pt x="288" y="271"/>
                    <a:pt x="253" y="312"/>
                    <a:pt x="214" y="312"/>
                  </a:cubicBezTo>
                  <a:cubicBezTo>
                    <a:pt x="209" y="312"/>
                    <a:pt x="204" y="312"/>
                    <a:pt x="200" y="310"/>
                  </a:cubicBezTo>
                  <a:lnTo>
                    <a:pt x="156" y="310"/>
                  </a:lnTo>
                  <a:lnTo>
                    <a:pt x="167" y="134"/>
                  </a:lnTo>
                  <a:close/>
                  <a:moveTo>
                    <a:pt x="67" y="1"/>
                  </a:moveTo>
                  <a:lnTo>
                    <a:pt x="1" y="12"/>
                  </a:lnTo>
                  <a:lnTo>
                    <a:pt x="1" y="664"/>
                  </a:lnTo>
                  <a:cubicBezTo>
                    <a:pt x="23" y="664"/>
                    <a:pt x="45" y="675"/>
                    <a:pt x="78" y="675"/>
                  </a:cubicBezTo>
                  <a:lnTo>
                    <a:pt x="111" y="675"/>
                  </a:lnTo>
                  <a:cubicBezTo>
                    <a:pt x="122" y="675"/>
                    <a:pt x="145" y="664"/>
                    <a:pt x="156" y="664"/>
                  </a:cubicBezTo>
                  <a:lnTo>
                    <a:pt x="156" y="454"/>
                  </a:lnTo>
                  <a:lnTo>
                    <a:pt x="211" y="454"/>
                  </a:lnTo>
                  <a:cubicBezTo>
                    <a:pt x="244" y="454"/>
                    <a:pt x="266" y="454"/>
                    <a:pt x="299" y="443"/>
                  </a:cubicBezTo>
                  <a:cubicBezTo>
                    <a:pt x="321" y="432"/>
                    <a:pt x="355" y="421"/>
                    <a:pt x="377" y="410"/>
                  </a:cubicBezTo>
                  <a:cubicBezTo>
                    <a:pt x="399" y="388"/>
                    <a:pt x="410" y="366"/>
                    <a:pt x="421" y="344"/>
                  </a:cubicBezTo>
                  <a:cubicBezTo>
                    <a:pt x="454" y="266"/>
                    <a:pt x="454" y="189"/>
                    <a:pt x="421" y="111"/>
                  </a:cubicBezTo>
                  <a:cubicBezTo>
                    <a:pt x="410" y="89"/>
                    <a:pt x="388" y="56"/>
                    <a:pt x="355" y="45"/>
                  </a:cubicBezTo>
                  <a:cubicBezTo>
                    <a:pt x="333" y="23"/>
                    <a:pt x="299" y="12"/>
                    <a:pt x="266" y="12"/>
                  </a:cubicBezTo>
                  <a:cubicBezTo>
                    <a:pt x="233" y="1"/>
                    <a:pt x="211" y="1"/>
                    <a:pt x="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5" name="Google Shape;805;g3a3fd261eba_0_17"/>
          <p:cNvGrpSpPr/>
          <p:nvPr/>
        </p:nvGrpSpPr>
        <p:grpSpPr>
          <a:xfrm>
            <a:off x="597066" y="7306153"/>
            <a:ext cx="1357826" cy="2217591"/>
            <a:chOff x="-3882175" y="2494675"/>
            <a:chExt cx="1407074" cy="2517415"/>
          </a:xfrm>
        </p:grpSpPr>
        <p:sp>
          <p:nvSpPr>
            <p:cNvPr id="806" name="Google Shape;806;g3a3fd261eba_0_17"/>
            <p:cNvSpPr/>
            <p:nvPr/>
          </p:nvSpPr>
          <p:spPr>
            <a:xfrm>
              <a:off x="-3197920" y="4233031"/>
              <a:ext cx="115694" cy="779059"/>
            </a:xfrm>
            <a:custGeom>
              <a:rect b="b" l="l" r="r" t="t"/>
              <a:pathLst>
                <a:path extrusionOk="0" h="2909" w="432">
                  <a:moveTo>
                    <a:pt x="431" y="2908"/>
                  </a:moveTo>
                  <a:lnTo>
                    <a:pt x="0" y="2908"/>
                  </a:lnTo>
                  <a:lnTo>
                    <a:pt x="78" y="0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g3a3fd261eba_0_17"/>
            <p:cNvSpPr/>
            <p:nvPr/>
          </p:nvSpPr>
          <p:spPr>
            <a:xfrm>
              <a:off x="-3129896" y="4233031"/>
              <a:ext cx="56508" cy="779059"/>
            </a:xfrm>
            <a:custGeom>
              <a:rect b="b" l="l" r="r" t="t"/>
              <a:pathLst>
                <a:path extrusionOk="0" h="2909" w="211">
                  <a:moveTo>
                    <a:pt x="211" y="2908"/>
                  </a:moveTo>
                  <a:lnTo>
                    <a:pt x="1" y="2908"/>
                  </a:lnTo>
                  <a:lnTo>
                    <a:pt x="1" y="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g3a3fd261eba_0_17"/>
            <p:cNvSpPr/>
            <p:nvPr/>
          </p:nvSpPr>
          <p:spPr>
            <a:xfrm>
              <a:off x="-3103115" y="4194467"/>
              <a:ext cx="189609" cy="364489"/>
            </a:xfrm>
            <a:custGeom>
              <a:rect b="b" l="l" r="r" t="t"/>
              <a:pathLst>
                <a:path extrusionOk="0" h="1361" w="708">
                  <a:moveTo>
                    <a:pt x="22" y="1360"/>
                  </a:moveTo>
                  <a:lnTo>
                    <a:pt x="0" y="1294"/>
                  </a:lnTo>
                  <a:cubicBezTo>
                    <a:pt x="464" y="1062"/>
                    <a:pt x="630" y="476"/>
                    <a:pt x="354" y="45"/>
                  </a:cubicBezTo>
                  <a:lnTo>
                    <a:pt x="409" y="0"/>
                  </a:lnTo>
                  <a:cubicBezTo>
                    <a:pt x="708" y="476"/>
                    <a:pt x="531" y="1117"/>
                    <a:pt x="22" y="13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g3a3fd261eba_0_17"/>
            <p:cNvSpPr/>
            <p:nvPr/>
          </p:nvSpPr>
          <p:spPr>
            <a:xfrm>
              <a:off x="-3369854" y="4158848"/>
              <a:ext cx="207553" cy="376273"/>
            </a:xfrm>
            <a:custGeom>
              <a:rect b="b" l="l" r="r" t="t"/>
              <a:pathLst>
                <a:path extrusionOk="0" h="1405" w="775">
                  <a:moveTo>
                    <a:pt x="709" y="1405"/>
                  </a:moveTo>
                  <a:cubicBezTo>
                    <a:pt x="189" y="1151"/>
                    <a:pt x="1" y="487"/>
                    <a:pt x="322" y="1"/>
                  </a:cubicBezTo>
                  <a:lnTo>
                    <a:pt x="432" y="78"/>
                  </a:lnTo>
                  <a:cubicBezTo>
                    <a:pt x="167" y="498"/>
                    <a:pt x="322" y="1062"/>
                    <a:pt x="775" y="1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g3a3fd261eba_0_17"/>
            <p:cNvSpPr/>
            <p:nvPr/>
          </p:nvSpPr>
          <p:spPr>
            <a:xfrm>
              <a:off x="-3882175" y="2497621"/>
              <a:ext cx="1407074" cy="2055442"/>
            </a:xfrm>
            <a:custGeom>
              <a:rect b="b" l="l" r="r" t="t"/>
              <a:pathLst>
                <a:path extrusionOk="0" h="7675" w="5254">
                  <a:moveTo>
                    <a:pt x="4988" y="3340"/>
                  </a:moveTo>
                  <a:cubicBezTo>
                    <a:pt x="4966" y="3196"/>
                    <a:pt x="4922" y="3052"/>
                    <a:pt x="4844" y="2920"/>
                  </a:cubicBezTo>
                  <a:cubicBezTo>
                    <a:pt x="4944" y="2787"/>
                    <a:pt x="4988" y="2632"/>
                    <a:pt x="4988" y="2466"/>
                  </a:cubicBezTo>
                  <a:cubicBezTo>
                    <a:pt x="4988" y="2079"/>
                    <a:pt x="4700" y="1747"/>
                    <a:pt x="4313" y="1681"/>
                  </a:cubicBezTo>
                  <a:cubicBezTo>
                    <a:pt x="4523" y="1294"/>
                    <a:pt x="4313" y="830"/>
                    <a:pt x="3904" y="708"/>
                  </a:cubicBezTo>
                  <a:cubicBezTo>
                    <a:pt x="3783" y="299"/>
                    <a:pt x="3451" y="0"/>
                    <a:pt x="3053" y="0"/>
                  </a:cubicBezTo>
                  <a:cubicBezTo>
                    <a:pt x="2688" y="11"/>
                    <a:pt x="2367" y="255"/>
                    <a:pt x="2257" y="609"/>
                  </a:cubicBezTo>
                  <a:cubicBezTo>
                    <a:pt x="2124" y="531"/>
                    <a:pt x="1980" y="498"/>
                    <a:pt x="1836" y="498"/>
                  </a:cubicBezTo>
                  <a:cubicBezTo>
                    <a:pt x="1317" y="509"/>
                    <a:pt x="908" y="940"/>
                    <a:pt x="919" y="1460"/>
                  </a:cubicBezTo>
                  <a:cubicBezTo>
                    <a:pt x="919" y="1626"/>
                    <a:pt x="952" y="1781"/>
                    <a:pt x="1029" y="1924"/>
                  </a:cubicBezTo>
                  <a:cubicBezTo>
                    <a:pt x="852" y="2035"/>
                    <a:pt x="698" y="2179"/>
                    <a:pt x="565" y="2356"/>
                  </a:cubicBezTo>
                  <a:cubicBezTo>
                    <a:pt x="543" y="2389"/>
                    <a:pt x="532" y="2422"/>
                    <a:pt x="510" y="2455"/>
                  </a:cubicBezTo>
                  <a:lnTo>
                    <a:pt x="498" y="2477"/>
                  </a:lnTo>
                  <a:cubicBezTo>
                    <a:pt x="476" y="2499"/>
                    <a:pt x="465" y="2522"/>
                    <a:pt x="454" y="2544"/>
                  </a:cubicBezTo>
                  <a:lnTo>
                    <a:pt x="443" y="2555"/>
                  </a:lnTo>
                  <a:lnTo>
                    <a:pt x="443" y="2577"/>
                  </a:lnTo>
                  <a:lnTo>
                    <a:pt x="432" y="2599"/>
                  </a:lnTo>
                  <a:lnTo>
                    <a:pt x="432" y="2599"/>
                  </a:lnTo>
                  <a:lnTo>
                    <a:pt x="432" y="2621"/>
                  </a:lnTo>
                  <a:lnTo>
                    <a:pt x="421" y="2643"/>
                  </a:lnTo>
                  <a:lnTo>
                    <a:pt x="410" y="2665"/>
                  </a:lnTo>
                  <a:lnTo>
                    <a:pt x="410" y="2665"/>
                  </a:lnTo>
                  <a:cubicBezTo>
                    <a:pt x="410" y="2676"/>
                    <a:pt x="399" y="2687"/>
                    <a:pt x="399" y="2687"/>
                  </a:cubicBezTo>
                  <a:lnTo>
                    <a:pt x="388" y="2709"/>
                  </a:lnTo>
                  <a:lnTo>
                    <a:pt x="388" y="2721"/>
                  </a:lnTo>
                  <a:lnTo>
                    <a:pt x="377" y="2776"/>
                  </a:lnTo>
                  <a:cubicBezTo>
                    <a:pt x="377" y="2787"/>
                    <a:pt x="366" y="2809"/>
                    <a:pt x="355" y="2820"/>
                  </a:cubicBezTo>
                  <a:lnTo>
                    <a:pt x="355" y="2820"/>
                  </a:lnTo>
                  <a:cubicBezTo>
                    <a:pt x="355" y="2842"/>
                    <a:pt x="355" y="2853"/>
                    <a:pt x="344" y="2875"/>
                  </a:cubicBezTo>
                  <a:cubicBezTo>
                    <a:pt x="344" y="2886"/>
                    <a:pt x="344" y="2897"/>
                    <a:pt x="344" y="2897"/>
                  </a:cubicBezTo>
                  <a:lnTo>
                    <a:pt x="344" y="2931"/>
                  </a:lnTo>
                  <a:cubicBezTo>
                    <a:pt x="277" y="3240"/>
                    <a:pt x="311" y="3550"/>
                    <a:pt x="432" y="3837"/>
                  </a:cubicBezTo>
                  <a:cubicBezTo>
                    <a:pt x="156" y="4158"/>
                    <a:pt x="1" y="4567"/>
                    <a:pt x="1" y="4998"/>
                  </a:cubicBezTo>
                  <a:cubicBezTo>
                    <a:pt x="1" y="5009"/>
                    <a:pt x="1" y="5021"/>
                    <a:pt x="1" y="5032"/>
                  </a:cubicBezTo>
                  <a:cubicBezTo>
                    <a:pt x="1" y="5054"/>
                    <a:pt x="1" y="5065"/>
                    <a:pt x="1" y="5076"/>
                  </a:cubicBezTo>
                  <a:lnTo>
                    <a:pt x="1" y="5087"/>
                  </a:lnTo>
                  <a:lnTo>
                    <a:pt x="1" y="5120"/>
                  </a:lnTo>
                  <a:lnTo>
                    <a:pt x="1" y="5131"/>
                  </a:lnTo>
                  <a:cubicBezTo>
                    <a:pt x="1" y="5142"/>
                    <a:pt x="1" y="5153"/>
                    <a:pt x="1" y="5164"/>
                  </a:cubicBezTo>
                  <a:lnTo>
                    <a:pt x="1" y="5175"/>
                  </a:lnTo>
                  <a:lnTo>
                    <a:pt x="1" y="5208"/>
                  </a:lnTo>
                  <a:lnTo>
                    <a:pt x="1" y="5208"/>
                  </a:lnTo>
                  <a:cubicBezTo>
                    <a:pt x="1" y="5220"/>
                    <a:pt x="1" y="5231"/>
                    <a:pt x="1" y="5242"/>
                  </a:cubicBezTo>
                  <a:lnTo>
                    <a:pt x="1" y="5253"/>
                  </a:lnTo>
                  <a:lnTo>
                    <a:pt x="1" y="5286"/>
                  </a:lnTo>
                  <a:lnTo>
                    <a:pt x="1" y="5297"/>
                  </a:lnTo>
                  <a:lnTo>
                    <a:pt x="1" y="5319"/>
                  </a:lnTo>
                  <a:lnTo>
                    <a:pt x="1" y="5341"/>
                  </a:lnTo>
                  <a:cubicBezTo>
                    <a:pt x="1" y="5352"/>
                    <a:pt x="1" y="5363"/>
                    <a:pt x="1" y="5363"/>
                  </a:cubicBezTo>
                  <a:cubicBezTo>
                    <a:pt x="1" y="5374"/>
                    <a:pt x="12" y="5396"/>
                    <a:pt x="12" y="5408"/>
                  </a:cubicBezTo>
                  <a:lnTo>
                    <a:pt x="12" y="5419"/>
                  </a:lnTo>
                  <a:lnTo>
                    <a:pt x="23" y="5441"/>
                  </a:lnTo>
                  <a:lnTo>
                    <a:pt x="23" y="5463"/>
                  </a:lnTo>
                  <a:lnTo>
                    <a:pt x="23" y="5485"/>
                  </a:lnTo>
                  <a:lnTo>
                    <a:pt x="23" y="5496"/>
                  </a:lnTo>
                  <a:lnTo>
                    <a:pt x="23" y="5518"/>
                  </a:lnTo>
                  <a:lnTo>
                    <a:pt x="23" y="5540"/>
                  </a:lnTo>
                  <a:cubicBezTo>
                    <a:pt x="23" y="5540"/>
                    <a:pt x="23" y="5551"/>
                    <a:pt x="23" y="5562"/>
                  </a:cubicBezTo>
                  <a:lnTo>
                    <a:pt x="23" y="5573"/>
                  </a:lnTo>
                  <a:lnTo>
                    <a:pt x="34" y="5596"/>
                  </a:lnTo>
                  <a:lnTo>
                    <a:pt x="34" y="5618"/>
                  </a:lnTo>
                  <a:lnTo>
                    <a:pt x="34" y="5629"/>
                  </a:lnTo>
                  <a:cubicBezTo>
                    <a:pt x="34" y="5640"/>
                    <a:pt x="45" y="5651"/>
                    <a:pt x="45" y="5662"/>
                  </a:cubicBezTo>
                  <a:lnTo>
                    <a:pt x="45" y="5673"/>
                  </a:lnTo>
                  <a:lnTo>
                    <a:pt x="56" y="5695"/>
                  </a:lnTo>
                  <a:lnTo>
                    <a:pt x="56" y="5706"/>
                  </a:lnTo>
                  <a:lnTo>
                    <a:pt x="56" y="5728"/>
                  </a:lnTo>
                  <a:lnTo>
                    <a:pt x="78" y="5750"/>
                  </a:lnTo>
                  <a:lnTo>
                    <a:pt x="78" y="5761"/>
                  </a:lnTo>
                  <a:lnTo>
                    <a:pt x="78" y="5772"/>
                  </a:lnTo>
                  <a:cubicBezTo>
                    <a:pt x="78" y="5783"/>
                    <a:pt x="89" y="5795"/>
                    <a:pt x="89" y="5806"/>
                  </a:cubicBezTo>
                  <a:lnTo>
                    <a:pt x="134" y="5883"/>
                  </a:lnTo>
                  <a:cubicBezTo>
                    <a:pt x="421" y="6381"/>
                    <a:pt x="919" y="6701"/>
                    <a:pt x="1472" y="6779"/>
                  </a:cubicBezTo>
                  <a:cubicBezTo>
                    <a:pt x="3241" y="7674"/>
                    <a:pt x="5253" y="6093"/>
                    <a:pt x="4789" y="4158"/>
                  </a:cubicBezTo>
                  <a:cubicBezTo>
                    <a:pt x="4944" y="3915"/>
                    <a:pt x="5021" y="3627"/>
                    <a:pt x="4988" y="334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g3a3fd261eba_0_17"/>
            <p:cNvSpPr/>
            <p:nvPr/>
          </p:nvSpPr>
          <p:spPr>
            <a:xfrm>
              <a:off x="-3882175" y="2494675"/>
              <a:ext cx="1335836" cy="1617037"/>
            </a:xfrm>
            <a:custGeom>
              <a:rect b="b" l="l" r="r" t="t"/>
              <a:pathLst>
                <a:path extrusionOk="0" h="6038" w="4988">
                  <a:moveTo>
                    <a:pt x="4933" y="3130"/>
                  </a:moveTo>
                  <a:cubicBezTo>
                    <a:pt x="4910" y="3063"/>
                    <a:pt x="4877" y="2997"/>
                    <a:pt x="4844" y="2931"/>
                  </a:cubicBezTo>
                  <a:cubicBezTo>
                    <a:pt x="4944" y="2798"/>
                    <a:pt x="4988" y="2643"/>
                    <a:pt x="4988" y="2477"/>
                  </a:cubicBezTo>
                  <a:cubicBezTo>
                    <a:pt x="4988" y="2090"/>
                    <a:pt x="4700" y="1758"/>
                    <a:pt x="4313" y="1692"/>
                  </a:cubicBezTo>
                  <a:cubicBezTo>
                    <a:pt x="4523" y="1305"/>
                    <a:pt x="4313" y="841"/>
                    <a:pt x="3904" y="719"/>
                  </a:cubicBezTo>
                  <a:cubicBezTo>
                    <a:pt x="3783" y="310"/>
                    <a:pt x="3451" y="0"/>
                    <a:pt x="3053" y="0"/>
                  </a:cubicBezTo>
                  <a:cubicBezTo>
                    <a:pt x="2688" y="22"/>
                    <a:pt x="2367" y="266"/>
                    <a:pt x="2257" y="609"/>
                  </a:cubicBezTo>
                  <a:cubicBezTo>
                    <a:pt x="2124" y="542"/>
                    <a:pt x="1980" y="509"/>
                    <a:pt x="1836" y="498"/>
                  </a:cubicBezTo>
                  <a:cubicBezTo>
                    <a:pt x="1317" y="520"/>
                    <a:pt x="908" y="951"/>
                    <a:pt x="919" y="1471"/>
                  </a:cubicBezTo>
                  <a:cubicBezTo>
                    <a:pt x="919" y="1637"/>
                    <a:pt x="952" y="1792"/>
                    <a:pt x="1029" y="1935"/>
                  </a:cubicBezTo>
                  <a:cubicBezTo>
                    <a:pt x="852" y="2046"/>
                    <a:pt x="698" y="2190"/>
                    <a:pt x="565" y="2367"/>
                  </a:cubicBezTo>
                  <a:cubicBezTo>
                    <a:pt x="543" y="2400"/>
                    <a:pt x="532" y="2433"/>
                    <a:pt x="510" y="2455"/>
                  </a:cubicBezTo>
                  <a:lnTo>
                    <a:pt x="498" y="2477"/>
                  </a:lnTo>
                  <a:cubicBezTo>
                    <a:pt x="476" y="2510"/>
                    <a:pt x="465" y="2533"/>
                    <a:pt x="454" y="2555"/>
                  </a:cubicBezTo>
                  <a:lnTo>
                    <a:pt x="443" y="2566"/>
                  </a:lnTo>
                  <a:lnTo>
                    <a:pt x="443" y="2588"/>
                  </a:lnTo>
                  <a:lnTo>
                    <a:pt x="432" y="2599"/>
                  </a:lnTo>
                  <a:lnTo>
                    <a:pt x="432" y="2610"/>
                  </a:lnTo>
                  <a:lnTo>
                    <a:pt x="432" y="2632"/>
                  </a:lnTo>
                  <a:lnTo>
                    <a:pt x="421" y="2643"/>
                  </a:lnTo>
                  <a:lnTo>
                    <a:pt x="410" y="2665"/>
                  </a:lnTo>
                  <a:lnTo>
                    <a:pt x="410" y="2676"/>
                  </a:lnTo>
                  <a:cubicBezTo>
                    <a:pt x="410" y="2687"/>
                    <a:pt x="399" y="2698"/>
                    <a:pt x="399" y="2698"/>
                  </a:cubicBezTo>
                  <a:lnTo>
                    <a:pt x="388" y="2720"/>
                  </a:lnTo>
                  <a:lnTo>
                    <a:pt x="388" y="2732"/>
                  </a:lnTo>
                  <a:lnTo>
                    <a:pt x="377" y="2776"/>
                  </a:lnTo>
                  <a:cubicBezTo>
                    <a:pt x="377" y="2798"/>
                    <a:pt x="366" y="2820"/>
                    <a:pt x="355" y="2831"/>
                  </a:cubicBezTo>
                  <a:lnTo>
                    <a:pt x="355" y="2831"/>
                  </a:lnTo>
                  <a:cubicBezTo>
                    <a:pt x="355" y="2853"/>
                    <a:pt x="355" y="2864"/>
                    <a:pt x="344" y="2886"/>
                  </a:cubicBezTo>
                  <a:cubicBezTo>
                    <a:pt x="344" y="2897"/>
                    <a:pt x="344" y="2897"/>
                    <a:pt x="344" y="2908"/>
                  </a:cubicBezTo>
                  <a:lnTo>
                    <a:pt x="344" y="2942"/>
                  </a:lnTo>
                  <a:cubicBezTo>
                    <a:pt x="277" y="3240"/>
                    <a:pt x="311" y="3561"/>
                    <a:pt x="432" y="3848"/>
                  </a:cubicBezTo>
                  <a:cubicBezTo>
                    <a:pt x="156" y="4169"/>
                    <a:pt x="1" y="4578"/>
                    <a:pt x="1" y="5009"/>
                  </a:cubicBezTo>
                  <a:cubicBezTo>
                    <a:pt x="1" y="5020"/>
                    <a:pt x="1" y="5032"/>
                    <a:pt x="1" y="5043"/>
                  </a:cubicBezTo>
                  <a:cubicBezTo>
                    <a:pt x="1" y="5054"/>
                    <a:pt x="1" y="5076"/>
                    <a:pt x="1" y="5087"/>
                  </a:cubicBezTo>
                  <a:lnTo>
                    <a:pt x="1" y="5098"/>
                  </a:lnTo>
                  <a:lnTo>
                    <a:pt x="1" y="5131"/>
                  </a:lnTo>
                  <a:lnTo>
                    <a:pt x="1" y="5142"/>
                  </a:lnTo>
                  <a:cubicBezTo>
                    <a:pt x="1" y="5153"/>
                    <a:pt x="1" y="5164"/>
                    <a:pt x="1" y="5164"/>
                  </a:cubicBezTo>
                  <a:lnTo>
                    <a:pt x="1" y="5175"/>
                  </a:lnTo>
                  <a:lnTo>
                    <a:pt x="1" y="5208"/>
                  </a:lnTo>
                  <a:lnTo>
                    <a:pt x="1" y="5219"/>
                  </a:lnTo>
                  <a:cubicBezTo>
                    <a:pt x="1" y="5231"/>
                    <a:pt x="1" y="5242"/>
                    <a:pt x="1" y="5253"/>
                  </a:cubicBezTo>
                  <a:lnTo>
                    <a:pt x="1" y="5264"/>
                  </a:lnTo>
                  <a:lnTo>
                    <a:pt x="1" y="5297"/>
                  </a:lnTo>
                  <a:lnTo>
                    <a:pt x="1" y="5308"/>
                  </a:lnTo>
                  <a:lnTo>
                    <a:pt x="1" y="5330"/>
                  </a:lnTo>
                  <a:lnTo>
                    <a:pt x="1" y="5352"/>
                  </a:lnTo>
                  <a:cubicBezTo>
                    <a:pt x="1" y="5363"/>
                    <a:pt x="1" y="5363"/>
                    <a:pt x="1" y="5374"/>
                  </a:cubicBezTo>
                  <a:cubicBezTo>
                    <a:pt x="1" y="5385"/>
                    <a:pt x="12" y="5396"/>
                    <a:pt x="12" y="5419"/>
                  </a:cubicBezTo>
                  <a:lnTo>
                    <a:pt x="12" y="5430"/>
                  </a:lnTo>
                  <a:lnTo>
                    <a:pt x="23" y="5452"/>
                  </a:lnTo>
                  <a:lnTo>
                    <a:pt x="23" y="5463"/>
                  </a:lnTo>
                  <a:lnTo>
                    <a:pt x="23" y="5496"/>
                  </a:lnTo>
                  <a:lnTo>
                    <a:pt x="23" y="5507"/>
                  </a:lnTo>
                  <a:lnTo>
                    <a:pt x="23" y="5529"/>
                  </a:lnTo>
                  <a:lnTo>
                    <a:pt x="23" y="5540"/>
                  </a:lnTo>
                  <a:cubicBezTo>
                    <a:pt x="23" y="5551"/>
                    <a:pt x="23" y="5562"/>
                    <a:pt x="23" y="5573"/>
                  </a:cubicBezTo>
                  <a:lnTo>
                    <a:pt x="23" y="5584"/>
                  </a:lnTo>
                  <a:lnTo>
                    <a:pt x="34" y="5607"/>
                  </a:lnTo>
                  <a:lnTo>
                    <a:pt x="34" y="5629"/>
                  </a:lnTo>
                  <a:lnTo>
                    <a:pt x="34" y="5640"/>
                  </a:lnTo>
                  <a:cubicBezTo>
                    <a:pt x="34" y="5651"/>
                    <a:pt x="45" y="5662"/>
                    <a:pt x="45" y="5673"/>
                  </a:cubicBezTo>
                  <a:lnTo>
                    <a:pt x="45" y="5673"/>
                  </a:lnTo>
                  <a:lnTo>
                    <a:pt x="56" y="5706"/>
                  </a:lnTo>
                  <a:lnTo>
                    <a:pt x="56" y="5717"/>
                  </a:lnTo>
                  <a:lnTo>
                    <a:pt x="56" y="5728"/>
                  </a:lnTo>
                  <a:lnTo>
                    <a:pt x="78" y="5761"/>
                  </a:lnTo>
                  <a:lnTo>
                    <a:pt x="78" y="5772"/>
                  </a:lnTo>
                  <a:lnTo>
                    <a:pt x="78" y="5783"/>
                  </a:lnTo>
                  <a:cubicBezTo>
                    <a:pt x="78" y="5794"/>
                    <a:pt x="89" y="5806"/>
                    <a:pt x="89" y="5817"/>
                  </a:cubicBezTo>
                  <a:lnTo>
                    <a:pt x="134" y="5894"/>
                  </a:lnTo>
                  <a:cubicBezTo>
                    <a:pt x="167" y="5949"/>
                    <a:pt x="189" y="5994"/>
                    <a:pt x="222" y="6038"/>
                  </a:cubicBezTo>
                  <a:cubicBezTo>
                    <a:pt x="808" y="6027"/>
                    <a:pt x="1383" y="5916"/>
                    <a:pt x="1925" y="5728"/>
                  </a:cubicBezTo>
                  <a:cubicBezTo>
                    <a:pt x="3396" y="5242"/>
                    <a:pt x="4446" y="4257"/>
                    <a:pt x="4933" y="31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g3a3fd261eba_0_17"/>
            <p:cNvSpPr/>
            <p:nvPr/>
          </p:nvSpPr>
          <p:spPr>
            <a:xfrm>
              <a:off x="-3423148" y="2938704"/>
              <a:ext cx="266739" cy="317355"/>
            </a:xfrm>
            <a:custGeom>
              <a:rect b="b" l="l" r="r" t="t"/>
              <a:pathLst>
                <a:path extrusionOk="0" h="1185" w="996">
                  <a:moveTo>
                    <a:pt x="753" y="1074"/>
                  </a:moveTo>
                  <a:cubicBezTo>
                    <a:pt x="565" y="1184"/>
                    <a:pt x="288" y="1051"/>
                    <a:pt x="145" y="786"/>
                  </a:cubicBezTo>
                  <a:cubicBezTo>
                    <a:pt x="1" y="521"/>
                    <a:pt x="34" y="222"/>
                    <a:pt x="233" y="112"/>
                  </a:cubicBezTo>
                  <a:cubicBezTo>
                    <a:pt x="432" y="1"/>
                    <a:pt x="709" y="134"/>
                    <a:pt x="852" y="399"/>
                  </a:cubicBezTo>
                  <a:cubicBezTo>
                    <a:pt x="996" y="664"/>
                    <a:pt x="952" y="974"/>
                    <a:pt x="753" y="10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g3a3fd261eba_0_17"/>
            <p:cNvSpPr/>
            <p:nvPr/>
          </p:nvSpPr>
          <p:spPr>
            <a:xfrm>
              <a:off x="-3585977" y="3279359"/>
              <a:ext cx="915375" cy="1069365"/>
            </a:xfrm>
            <a:custGeom>
              <a:rect b="b" l="l" r="r" t="t"/>
              <a:pathLst>
                <a:path extrusionOk="0" h="3993" w="3418">
                  <a:moveTo>
                    <a:pt x="1681" y="520"/>
                  </a:moveTo>
                  <a:cubicBezTo>
                    <a:pt x="1648" y="565"/>
                    <a:pt x="1626" y="609"/>
                    <a:pt x="1604" y="664"/>
                  </a:cubicBezTo>
                  <a:cubicBezTo>
                    <a:pt x="1482" y="952"/>
                    <a:pt x="1250" y="1195"/>
                    <a:pt x="963" y="1316"/>
                  </a:cubicBezTo>
                  <a:cubicBezTo>
                    <a:pt x="642" y="1427"/>
                    <a:pt x="388" y="1670"/>
                    <a:pt x="255" y="1980"/>
                  </a:cubicBezTo>
                  <a:cubicBezTo>
                    <a:pt x="1" y="2577"/>
                    <a:pt x="255" y="3285"/>
                    <a:pt x="841" y="3583"/>
                  </a:cubicBezTo>
                  <a:cubicBezTo>
                    <a:pt x="1681" y="3992"/>
                    <a:pt x="2654" y="3351"/>
                    <a:pt x="2621" y="2422"/>
                  </a:cubicBezTo>
                  <a:cubicBezTo>
                    <a:pt x="2599" y="2157"/>
                    <a:pt x="2710" y="1902"/>
                    <a:pt x="2931" y="1737"/>
                  </a:cubicBezTo>
                  <a:cubicBezTo>
                    <a:pt x="3373" y="1416"/>
                    <a:pt x="3417" y="775"/>
                    <a:pt x="3030" y="388"/>
                  </a:cubicBezTo>
                  <a:cubicBezTo>
                    <a:pt x="2643" y="1"/>
                    <a:pt x="1991" y="67"/>
                    <a:pt x="1681" y="5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g3a3fd261eba_0_17"/>
            <p:cNvSpPr/>
            <p:nvPr/>
          </p:nvSpPr>
          <p:spPr>
            <a:xfrm>
              <a:off x="-3553304" y="3217227"/>
              <a:ext cx="870918" cy="859134"/>
            </a:xfrm>
            <a:custGeom>
              <a:rect b="b" l="l" r="r" t="t"/>
              <a:pathLst>
                <a:path extrusionOk="0" h="3208" w="3252">
                  <a:moveTo>
                    <a:pt x="1559" y="752"/>
                  </a:moveTo>
                  <a:cubicBezTo>
                    <a:pt x="1526" y="797"/>
                    <a:pt x="1504" y="841"/>
                    <a:pt x="1482" y="896"/>
                  </a:cubicBezTo>
                  <a:cubicBezTo>
                    <a:pt x="1360" y="1184"/>
                    <a:pt x="1128" y="1427"/>
                    <a:pt x="841" y="1548"/>
                  </a:cubicBezTo>
                  <a:cubicBezTo>
                    <a:pt x="520" y="1659"/>
                    <a:pt x="266" y="1902"/>
                    <a:pt x="133" y="2212"/>
                  </a:cubicBezTo>
                  <a:cubicBezTo>
                    <a:pt x="0" y="2533"/>
                    <a:pt x="0" y="2897"/>
                    <a:pt x="144" y="3207"/>
                  </a:cubicBezTo>
                  <a:cubicBezTo>
                    <a:pt x="354" y="3163"/>
                    <a:pt x="564" y="3108"/>
                    <a:pt x="774" y="3030"/>
                  </a:cubicBezTo>
                  <a:cubicBezTo>
                    <a:pt x="1725" y="2709"/>
                    <a:pt x="2555" y="2112"/>
                    <a:pt x="3174" y="1327"/>
                  </a:cubicBezTo>
                  <a:cubicBezTo>
                    <a:pt x="3251" y="421"/>
                    <a:pt x="2079" y="0"/>
                    <a:pt x="1559" y="75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g3a3fd261eba_0_17"/>
            <p:cNvSpPr/>
            <p:nvPr/>
          </p:nvSpPr>
          <p:spPr>
            <a:xfrm>
              <a:off x="-3124004" y="3063236"/>
              <a:ext cx="178094" cy="213445"/>
            </a:xfrm>
            <a:custGeom>
              <a:rect b="b" l="l" r="r" t="t"/>
              <a:pathLst>
                <a:path extrusionOk="0" h="797" w="665">
                  <a:moveTo>
                    <a:pt x="542" y="597"/>
                  </a:moveTo>
                  <a:cubicBezTo>
                    <a:pt x="343" y="797"/>
                    <a:pt x="1" y="631"/>
                    <a:pt x="34" y="343"/>
                  </a:cubicBezTo>
                  <a:cubicBezTo>
                    <a:pt x="78" y="67"/>
                    <a:pt x="454" y="0"/>
                    <a:pt x="587" y="244"/>
                  </a:cubicBezTo>
                  <a:cubicBezTo>
                    <a:pt x="664" y="354"/>
                    <a:pt x="642" y="509"/>
                    <a:pt x="542" y="59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g3a3fd261eba_0_17"/>
            <p:cNvSpPr/>
            <p:nvPr/>
          </p:nvSpPr>
          <p:spPr>
            <a:xfrm>
              <a:off x="-3763535" y="3427458"/>
              <a:ext cx="266739" cy="311195"/>
            </a:xfrm>
            <a:custGeom>
              <a:rect b="b" l="l" r="r" t="t"/>
              <a:pathLst>
                <a:path extrusionOk="0" h="1162" w="996">
                  <a:moveTo>
                    <a:pt x="752" y="1062"/>
                  </a:moveTo>
                  <a:cubicBezTo>
                    <a:pt x="564" y="1162"/>
                    <a:pt x="288" y="1040"/>
                    <a:pt x="144" y="774"/>
                  </a:cubicBezTo>
                  <a:cubicBezTo>
                    <a:pt x="0" y="509"/>
                    <a:pt x="44" y="211"/>
                    <a:pt x="232" y="100"/>
                  </a:cubicBezTo>
                  <a:cubicBezTo>
                    <a:pt x="431" y="0"/>
                    <a:pt x="708" y="122"/>
                    <a:pt x="852" y="387"/>
                  </a:cubicBezTo>
                  <a:cubicBezTo>
                    <a:pt x="995" y="653"/>
                    <a:pt x="951" y="962"/>
                    <a:pt x="752" y="106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7" name="Google Shape;817;g3a3fd261eba_0_17"/>
          <p:cNvGrpSpPr/>
          <p:nvPr/>
        </p:nvGrpSpPr>
        <p:grpSpPr>
          <a:xfrm>
            <a:off x="4761842" y="2702372"/>
            <a:ext cx="568962" cy="567813"/>
            <a:chOff x="-31094350" y="3194000"/>
            <a:chExt cx="292225" cy="291650"/>
          </a:xfrm>
        </p:grpSpPr>
        <p:sp>
          <p:nvSpPr>
            <p:cNvPr id="818" name="Google Shape;818;g3a3fd261eba_0_17"/>
            <p:cNvSpPr/>
            <p:nvPr/>
          </p:nvSpPr>
          <p:spPr>
            <a:xfrm>
              <a:off x="-31033700" y="3194000"/>
              <a:ext cx="103200" cy="34100"/>
            </a:xfrm>
            <a:custGeom>
              <a:rect b="b" l="l" r="r" t="t"/>
              <a:pathLst>
                <a:path extrusionOk="0" h="1364" w="4128">
                  <a:moveTo>
                    <a:pt x="645" y="0"/>
                  </a:moveTo>
                  <a:cubicBezTo>
                    <a:pt x="263" y="0"/>
                    <a:pt x="0" y="296"/>
                    <a:pt x="0" y="670"/>
                  </a:cubicBezTo>
                  <a:lnTo>
                    <a:pt x="0" y="1016"/>
                  </a:lnTo>
                  <a:cubicBezTo>
                    <a:pt x="0" y="1205"/>
                    <a:pt x="158" y="1363"/>
                    <a:pt x="347" y="1363"/>
                  </a:cubicBezTo>
                  <a:lnTo>
                    <a:pt x="3781" y="1363"/>
                  </a:lnTo>
                  <a:cubicBezTo>
                    <a:pt x="3970" y="1363"/>
                    <a:pt x="4127" y="1205"/>
                    <a:pt x="4127" y="1016"/>
                  </a:cubicBezTo>
                  <a:lnTo>
                    <a:pt x="4127" y="670"/>
                  </a:lnTo>
                  <a:cubicBezTo>
                    <a:pt x="4127" y="260"/>
                    <a:pt x="3812" y="8"/>
                    <a:pt x="3466" y="8"/>
                  </a:cubicBezTo>
                  <a:lnTo>
                    <a:pt x="756" y="8"/>
                  </a:lnTo>
                  <a:cubicBezTo>
                    <a:pt x="718" y="3"/>
                    <a:pt x="681" y="0"/>
                    <a:pt x="6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675" lIns="146675" spcFirstLastPara="1" rIns="146675" wrap="square" tIns="146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6"/>
                <a:buFont typeface="Arial"/>
                <a:buNone/>
              </a:pPr>
              <a:r>
                <a:t/>
              </a:r>
              <a:endParaRPr b="0" i="0" sz="22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g3a3fd261eba_0_17"/>
            <p:cNvSpPr/>
            <p:nvPr/>
          </p:nvSpPr>
          <p:spPr>
            <a:xfrm>
              <a:off x="-31042375" y="3346200"/>
              <a:ext cx="16550" cy="18150"/>
            </a:xfrm>
            <a:custGeom>
              <a:rect b="b" l="l" r="r" t="t"/>
              <a:pathLst>
                <a:path extrusionOk="0" h="726" w="662">
                  <a:moveTo>
                    <a:pt x="1" y="1"/>
                  </a:moveTo>
                  <a:lnTo>
                    <a:pt x="1" y="725"/>
                  </a:lnTo>
                  <a:lnTo>
                    <a:pt x="662" y="725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675" lIns="146675" spcFirstLastPara="1" rIns="146675" wrap="square" tIns="146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6"/>
                <a:buFont typeface="Arial"/>
                <a:buNone/>
              </a:pPr>
              <a:r>
                <a:t/>
              </a:r>
              <a:endParaRPr b="0" i="0" sz="22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g3a3fd261eba_0_17"/>
            <p:cNvSpPr/>
            <p:nvPr/>
          </p:nvSpPr>
          <p:spPr>
            <a:xfrm>
              <a:off x="-31042375" y="3278475"/>
              <a:ext cx="16550" cy="16550"/>
            </a:xfrm>
            <a:custGeom>
              <a:rect b="b" l="l" r="r" t="t"/>
              <a:pathLst>
                <a:path extrusionOk="0" h="662" w="662">
                  <a:moveTo>
                    <a:pt x="1" y="0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675" lIns="146675" spcFirstLastPara="1" rIns="146675" wrap="square" tIns="146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6"/>
                <a:buFont typeface="Arial"/>
                <a:buNone/>
              </a:pPr>
              <a:r>
                <a:t/>
              </a:r>
              <a:endParaRPr b="0" i="0" sz="22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g3a3fd261eba_0_17"/>
            <p:cNvSpPr/>
            <p:nvPr/>
          </p:nvSpPr>
          <p:spPr>
            <a:xfrm>
              <a:off x="-31042375" y="3416300"/>
              <a:ext cx="16550" cy="16575"/>
            </a:xfrm>
            <a:custGeom>
              <a:rect b="b" l="l" r="r" t="t"/>
              <a:pathLst>
                <a:path extrusionOk="0" h="663" w="662">
                  <a:moveTo>
                    <a:pt x="1" y="1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675" lIns="146675" spcFirstLastPara="1" rIns="146675" wrap="square" tIns="146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6"/>
                <a:buFont typeface="Arial"/>
                <a:buNone/>
              </a:pPr>
              <a:r>
                <a:t/>
              </a:r>
              <a:endParaRPr b="0" i="0" sz="22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g3a3fd261eba_0_17"/>
            <p:cNvSpPr/>
            <p:nvPr/>
          </p:nvSpPr>
          <p:spPr>
            <a:xfrm>
              <a:off x="-31094350" y="3210725"/>
              <a:ext cx="222900" cy="274925"/>
            </a:xfrm>
            <a:custGeom>
              <a:rect b="b" l="l" r="r" t="t"/>
              <a:pathLst>
                <a:path extrusionOk="0" h="10997" w="8916">
                  <a:moveTo>
                    <a:pt x="7183" y="2049"/>
                  </a:moveTo>
                  <a:cubicBezTo>
                    <a:pt x="7404" y="2049"/>
                    <a:pt x="7561" y="2206"/>
                    <a:pt x="7561" y="2395"/>
                  </a:cubicBezTo>
                  <a:cubicBezTo>
                    <a:pt x="7561" y="2584"/>
                    <a:pt x="7404" y="2742"/>
                    <a:pt x="7183" y="2742"/>
                  </a:cubicBezTo>
                  <a:lnTo>
                    <a:pt x="4474" y="2742"/>
                  </a:lnTo>
                  <a:cubicBezTo>
                    <a:pt x="4285" y="2742"/>
                    <a:pt x="4127" y="2584"/>
                    <a:pt x="4127" y="2395"/>
                  </a:cubicBezTo>
                  <a:cubicBezTo>
                    <a:pt x="4127" y="2206"/>
                    <a:pt x="4285" y="2049"/>
                    <a:pt x="4474" y="2049"/>
                  </a:cubicBezTo>
                  <a:close/>
                  <a:moveTo>
                    <a:pt x="3151" y="2017"/>
                  </a:moveTo>
                  <a:cubicBezTo>
                    <a:pt x="3340" y="2017"/>
                    <a:pt x="3497" y="2175"/>
                    <a:pt x="3497" y="2364"/>
                  </a:cubicBezTo>
                  <a:lnTo>
                    <a:pt x="3497" y="3750"/>
                  </a:lnTo>
                  <a:cubicBezTo>
                    <a:pt x="3497" y="3939"/>
                    <a:pt x="3340" y="4097"/>
                    <a:pt x="3151" y="4097"/>
                  </a:cubicBezTo>
                  <a:lnTo>
                    <a:pt x="1764" y="4097"/>
                  </a:lnTo>
                  <a:cubicBezTo>
                    <a:pt x="1575" y="4097"/>
                    <a:pt x="1418" y="3939"/>
                    <a:pt x="1418" y="3750"/>
                  </a:cubicBezTo>
                  <a:lnTo>
                    <a:pt x="1418" y="2364"/>
                  </a:lnTo>
                  <a:cubicBezTo>
                    <a:pt x="1418" y="2175"/>
                    <a:pt x="1575" y="2017"/>
                    <a:pt x="1764" y="2017"/>
                  </a:cubicBezTo>
                  <a:close/>
                  <a:moveTo>
                    <a:pt x="5860" y="3372"/>
                  </a:moveTo>
                  <a:cubicBezTo>
                    <a:pt x="6049" y="3372"/>
                    <a:pt x="6207" y="3529"/>
                    <a:pt x="6207" y="3750"/>
                  </a:cubicBezTo>
                  <a:cubicBezTo>
                    <a:pt x="6207" y="3939"/>
                    <a:pt x="6049" y="4097"/>
                    <a:pt x="5860" y="4097"/>
                  </a:cubicBezTo>
                  <a:lnTo>
                    <a:pt x="4474" y="4097"/>
                  </a:lnTo>
                  <a:cubicBezTo>
                    <a:pt x="4285" y="4097"/>
                    <a:pt x="4127" y="3939"/>
                    <a:pt x="4127" y="3750"/>
                  </a:cubicBezTo>
                  <a:cubicBezTo>
                    <a:pt x="4127" y="3529"/>
                    <a:pt x="4285" y="3372"/>
                    <a:pt x="4474" y="3372"/>
                  </a:cubicBezTo>
                  <a:close/>
                  <a:moveTo>
                    <a:pt x="7183" y="4758"/>
                  </a:moveTo>
                  <a:cubicBezTo>
                    <a:pt x="7404" y="4758"/>
                    <a:pt x="7561" y="4916"/>
                    <a:pt x="7561" y="5105"/>
                  </a:cubicBezTo>
                  <a:cubicBezTo>
                    <a:pt x="7561" y="5325"/>
                    <a:pt x="7404" y="5483"/>
                    <a:pt x="7183" y="5483"/>
                  </a:cubicBezTo>
                  <a:lnTo>
                    <a:pt x="4474" y="5483"/>
                  </a:lnTo>
                  <a:cubicBezTo>
                    <a:pt x="4285" y="5483"/>
                    <a:pt x="4127" y="5325"/>
                    <a:pt x="4127" y="5105"/>
                  </a:cubicBezTo>
                  <a:cubicBezTo>
                    <a:pt x="4127" y="4916"/>
                    <a:pt x="4285" y="4758"/>
                    <a:pt x="4474" y="4758"/>
                  </a:cubicBezTo>
                  <a:close/>
                  <a:moveTo>
                    <a:pt x="3151" y="4758"/>
                  </a:moveTo>
                  <a:cubicBezTo>
                    <a:pt x="3340" y="4758"/>
                    <a:pt x="3497" y="4916"/>
                    <a:pt x="3497" y="5105"/>
                  </a:cubicBezTo>
                  <a:lnTo>
                    <a:pt x="3497" y="6491"/>
                  </a:lnTo>
                  <a:cubicBezTo>
                    <a:pt x="3497" y="6680"/>
                    <a:pt x="3340" y="6837"/>
                    <a:pt x="3151" y="6837"/>
                  </a:cubicBezTo>
                  <a:lnTo>
                    <a:pt x="1764" y="6837"/>
                  </a:lnTo>
                  <a:cubicBezTo>
                    <a:pt x="1575" y="6837"/>
                    <a:pt x="1418" y="6680"/>
                    <a:pt x="1418" y="6491"/>
                  </a:cubicBezTo>
                  <a:lnTo>
                    <a:pt x="1418" y="5105"/>
                  </a:lnTo>
                  <a:cubicBezTo>
                    <a:pt x="1418" y="4916"/>
                    <a:pt x="1575" y="4758"/>
                    <a:pt x="1764" y="4758"/>
                  </a:cubicBezTo>
                  <a:close/>
                  <a:moveTo>
                    <a:pt x="5860" y="6144"/>
                  </a:moveTo>
                  <a:cubicBezTo>
                    <a:pt x="6049" y="6144"/>
                    <a:pt x="6207" y="6302"/>
                    <a:pt x="6207" y="6491"/>
                  </a:cubicBezTo>
                  <a:cubicBezTo>
                    <a:pt x="6207" y="6680"/>
                    <a:pt x="6049" y="6837"/>
                    <a:pt x="5860" y="6837"/>
                  </a:cubicBezTo>
                  <a:lnTo>
                    <a:pt x="4474" y="6837"/>
                  </a:lnTo>
                  <a:cubicBezTo>
                    <a:pt x="4285" y="6837"/>
                    <a:pt x="4127" y="6680"/>
                    <a:pt x="4127" y="6491"/>
                  </a:cubicBezTo>
                  <a:cubicBezTo>
                    <a:pt x="4127" y="6302"/>
                    <a:pt x="4285" y="6144"/>
                    <a:pt x="4474" y="6144"/>
                  </a:cubicBezTo>
                  <a:close/>
                  <a:moveTo>
                    <a:pt x="7183" y="7562"/>
                  </a:moveTo>
                  <a:cubicBezTo>
                    <a:pt x="7404" y="7562"/>
                    <a:pt x="7561" y="7720"/>
                    <a:pt x="7561" y="7909"/>
                  </a:cubicBezTo>
                  <a:cubicBezTo>
                    <a:pt x="7561" y="8098"/>
                    <a:pt x="7404" y="8255"/>
                    <a:pt x="7183" y="8255"/>
                  </a:cubicBezTo>
                  <a:lnTo>
                    <a:pt x="4474" y="8255"/>
                  </a:lnTo>
                  <a:cubicBezTo>
                    <a:pt x="4285" y="8255"/>
                    <a:pt x="4127" y="8098"/>
                    <a:pt x="4127" y="7909"/>
                  </a:cubicBezTo>
                  <a:cubicBezTo>
                    <a:pt x="4127" y="7720"/>
                    <a:pt x="4285" y="7562"/>
                    <a:pt x="4474" y="7562"/>
                  </a:cubicBezTo>
                  <a:close/>
                  <a:moveTo>
                    <a:pt x="3151" y="7531"/>
                  </a:moveTo>
                  <a:cubicBezTo>
                    <a:pt x="3340" y="7531"/>
                    <a:pt x="3497" y="7657"/>
                    <a:pt x="3497" y="7877"/>
                  </a:cubicBezTo>
                  <a:lnTo>
                    <a:pt x="3497" y="9232"/>
                  </a:lnTo>
                  <a:cubicBezTo>
                    <a:pt x="3497" y="9452"/>
                    <a:pt x="3340" y="9610"/>
                    <a:pt x="3151" y="9610"/>
                  </a:cubicBezTo>
                  <a:lnTo>
                    <a:pt x="1764" y="9610"/>
                  </a:lnTo>
                  <a:cubicBezTo>
                    <a:pt x="1575" y="9610"/>
                    <a:pt x="1418" y="9452"/>
                    <a:pt x="1418" y="9232"/>
                  </a:cubicBezTo>
                  <a:lnTo>
                    <a:pt x="1418" y="7877"/>
                  </a:lnTo>
                  <a:cubicBezTo>
                    <a:pt x="1418" y="7657"/>
                    <a:pt x="1575" y="7531"/>
                    <a:pt x="1764" y="7531"/>
                  </a:cubicBezTo>
                  <a:close/>
                  <a:moveTo>
                    <a:pt x="5860" y="8885"/>
                  </a:moveTo>
                  <a:cubicBezTo>
                    <a:pt x="6049" y="8885"/>
                    <a:pt x="6207" y="9043"/>
                    <a:pt x="6207" y="9232"/>
                  </a:cubicBezTo>
                  <a:cubicBezTo>
                    <a:pt x="6207" y="9452"/>
                    <a:pt x="6049" y="9610"/>
                    <a:pt x="5860" y="9610"/>
                  </a:cubicBezTo>
                  <a:lnTo>
                    <a:pt x="4474" y="9610"/>
                  </a:lnTo>
                  <a:cubicBezTo>
                    <a:pt x="4285" y="9610"/>
                    <a:pt x="4127" y="9452"/>
                    <a:pt x="4127" y="9232"/>
                  </a:cubicBezTo>
                  <a:cubicBezTo>
                    <a:pt x="4127" y="9043"/>
                    <a:pt x="4285" y="8885"/>
                    <a:pt x="4474" y="8885"/>
                  </a:cubicBezTo>
                  <a:close/>
                  <a:moveTo>
                    <a:pt x="1040" y="1"/>
                  </a:moveTo>
                  <a:cubicBezTo>
                    <a:pt x="504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32" y="10524"/>
                    <a:pt x="504" y="10996"/>
                    <a:pt x="1040" y="10996"/>
                  </a:cubicBezTo>
                  <a:lnTo>
                    <a:pt x="7908" y="10996"/>
                  </a:lnTo>
                  <a:cubicBezTo>
                    <a:pt x="8444" y="10996"/>
                    <a:pt x="8916" y="10524"/>
                    <a:pt x="8916" y="9956"/>
                  </a:cubicBezTo>
                  <a:lnTo>
                    <a:pt x="8916" y="1009"/>
                  </a:lnTo>
                  <a:cubicBezTo>
                    <a:pt x="8916" y="473"/>
                    <a:pt x="8444" y="1"/>
                    <a:pt x="7908" y="1"/>
                  </a:cubicBezTo>
                  <a:lnTo>
                    <a:pt x="7183" y="1"/>
                  </a:lnTo>
                  <a:lnTo>
                    <a:pt x="7183" y="347"/>
                  </a:lnTo>
                  <a:cubicBezTo>
                    <a:pt x="7183" y="915"/>
                    <a:pt x="6711" y="1387"/>
                    <a:pt x="6175" y="1387"/>
                  </a:cubicBezTo>
                  <a:lnTo>
                    <a:pt x="2741" y="1387"/>
                  </a:lnTo>
                  <a:cubicBezTo>
                    <a:pt x="2206" y="1387"/>
                    <a:pt x="1733" y="915"/>
                    <a:pt x="1733" y="347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675" lIns="146675" spcFirstLastPara="1" rIns="146675" wrap="square" tIns="146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6"/>
                <a:buFont typeface="Arial"/>
                <a:buNone/>
              </a:pPr>
              <a:r>
                <a:t/>
              </a:r>
              <a:endParaRPr b="0" i="0" sz="22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g3a3fd261eba_0_17"/>
            <p:cNvSpPr/>
            <p:nvPr/>
          </p:nvSpPr>
          <p:spPr>
            <a:xfrm>
              <a:off x="-30853350" y="3295000"/>
              <a:ext cx="51225" cy="104000"/>
            </a:xfrm>
            <a:custGeom>
              <a:rect b="b" l="l" r="r" t="t"/>
              <a:pathLst>
                <a:path extrusionOk="0" h="4160" w="2049">
                  <a:moveTo>
                    <a:pt x="1" y="1"/>
                  </a:moveTo>
                  <a:lnTo>
                    <a:pt x="1" y="4160"/>
                  </a:lnTo>
                  <a:lnTo>
                    <a:pt x="2049" y="4160"/>
                  </a:lnTo>
                  <a:lnTo>
                    <a:pt x="2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675" lIns="146675" spcFirstLastPara="1" rIns="146675" wrap="square" tIns="146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6"/>
                <a:buFont typeface="Arial"/>
                <a:buNone/>
              </a:pPr>
              <a:r>
                <a:t/>
              </a:r>
              <a:endParaRPr b="0" i="0" sz="22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g3a3fd261eba_0_17"/>
            <p:cNvSpPr/>
            <p:nvPr/>
          </p:nvSpPr>
          <p:spPr>
            <a:xfrm>
              <a:off x="-30853350" y="3227275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048"/>
                  </a:lnTo>
                  <a:lnTo>
                    <a:pt x="2049" y="2048"/>
                  </a:lnTo>
                  <a:lnTo>
                    <a:pt x="2049" y="1040"/>
                  </a:ln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675" lIns="146675" spcFirstLastPara="1" rIns="146675" wrap="square" tIns="146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6"/>
                <a:buFont typeface="Arial"/>
                <a:buNone/>
              </a:pPr>
              <a:r>
                <a:t/>
              </a:r>
              <a:endParaRPr b="0" i="0" sz="22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g3a3fd261eba_0_17"/>
            <p:cNvSpPr/>
            <p:nvPr/>
          </p:nvSpPr>
          <p:spPr>
            <a:xfrm>
              <a:off x="-30851775" y="3416300"/>
              <a:ext cx="46500" cy="51225"/>
            </a:xfrm>
            <a:custGeom>
              <a:rect b="b" l="l" r="r" t="t"/>
              <a:pathLst>
                <a:path extrusionOk="0" h="2049" w="1860">
                  <a:moveTo>
                    <a:pt x="1" y="1"/>
                  </a:moveTo>
                  <a:lnTo>
                    <a:pt x="599" y="1796"/>
                  </a:lnTo>
                  <a:cubicBezTo>
                    <a:pt x="694" y="1985"/>
                    <a:pt x="788" y="2048"/>
                    <a:pt x="946" y="2048"/>
                  </a:cubicBezTo>
                  <a:cubicBezTo>
                    <a:pt x="1103" y="2048"/>
                    <a:pt x="1229" y="1985"/>
                    <a:pt x="1261" y="1796"/>
                  </a:cubicBezTo>
                  <a:lnTo>
                    <a:pt x="18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675" lIns="146675" spcFirstLastPara="1" rIns="146675" wrap="square" tIns="146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6"/>
                <a:buFont typeface="Arial"/>
                <a:buNone/>
              </a:pPr>
              <a:r>
                <a:t/>
              </a:r>
              <a:endParaRPr b="0" i="0" sz="22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Felix</dc:creator>
</cp:coreProperties>
</file>