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Ultra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qKoMoc29xUwGO2mpUZ09/3cD3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41cbad731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841cbad731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41cbad731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841cbad731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949F78AE-5CC1-077A-BEF3-4E959B68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41cbad731_4_23:notes">
            <a:extLst>
              <a:ext uri="{FF2B5EF4-FFF2-40B4-BE49-F238E27FC236}">
                <a16:creationId xmlns:a16="http://schemas.microsoft.com/office/drawing/2014/main" id="{100D2905-41B9-CB9C-B586-2DE9EAC82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841cbad731_4_23:notes">
            <a:extLst>
              <a:ext uri="{FF2B5EF4-FFF2-40B4-BE49-F238E27FC236}">
                <a16:creationId xmlns:a16="http://schemas.microsoft.com/office/drawing/2014/main" id="{4991984C-5D56-85BA-3549-162E6962A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253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EE19B5DE-B8E1-C722-6FE8-35E81DD4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41cbad731_4_23:notes">
            <a:extLst>
              <a:ext uri="{FF2B5EF4-FFF2-40B4-BE49-F238E27FC236}">
                <a16:creationId xmlns:a16="http://schemas.microsoft.com/office/drawing/2014/main" id="{6C821B58-494C-D34D-C8AA-5AFA5697C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841cbad731_4_23:notes">
            <a:extLst>
              <a:ext uri="{FF2B5EF4-FFF2-40B4-BE49-F238E27FC236}">
                <a16:creationId xmlns:a16="http://schemas.microsoft.com/office/drawing/2014/main" id="{965546F6-157A-E3F8-529D-63381413F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7580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48875385-E143-BCC3-54F7-F7F7CFC1D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41cbad731_4_23:notes">
            <a:extLst>
              <a:ext uri="{FF2B5EF4-FFF2-40B4-BE49-F238E27FC236}">
                <a16:creationId xmlns:a16="http://schemas.microsoft.com/office/drawing/2014/main" id="{497C326D-7C49-F110-3BCF-52C3A1D86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841cbad731_4_23:notes">
            <a:extLst>
              <a:ext uri="{FF2B5EF4-FFF2-40B4-BE49-F238E27FC236}">
                <a16:creationId xmlns:a16="http://schemas.microsoft.com/office/drawing/2014/main" id="{A0FCCB36-3435-855F-6E70-167E316B7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1323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65217" y="-651206"/>
            <a:ext cx="1553590" cy="11444750"/>
            <a:chOff x="0" y="-38100"/>
            <a:chExt cx="409176" cy="301425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09176" cy="2976155"/>
            </a:xfrm>
            <a:custGeom>
              <a:avLst/>
              <a:gdLst/>
              <a:ahLst/>
              <a:cxnLst/>
              <a:rect l="l" t="t" r="r" b="b"/>
              <a:pathLst>
                <a:path w="409176" h="2976155" extrusionOk="0">
                  <a:moveTo>
                    <a:pt x="0" y="0"/>
                  </a:moveTo>
                  <a:lnTo>
                    <a:pt x="409176" y="0"/>
                  </a:lnTo>
                  <a:lnTo>
                    <a:pt x="409176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09176" cy="30142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367946" y="-1050541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8"/>
                </a:lnTo>
                <a:lnTo>
                  <a:pt x="0" y="330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9225740" y="117713"/>
            <a:ext cx="8646616" cy="9633552"/>
          </a:xfrm>
          <a:custGeom>
            <a:avLst/>
            <a:gdLst/>
            <a:ahLst/>
            <a:cxnLst/>
            <a:rect l="l" t="t" r="r" b="b"/>
            <a:pathLst>
              <a:path w="3763921" h="4193540" extrusionOk="0">
                <a:moveTo>
                  <a:pt x="0" y="0"/>
                </a:moveTo>
                <a:lnTo>
                  <a:pt x="3763921" y="0"/>
                </a:lnTo>
                <a:lnTo>
                  <a:pt x="3763921" y="4193540"/>
                </a:lnTo>
                <a:lnTo>
                  <a:pt x="0" y="41935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9026" r="-49028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779601" y="4981575"/>
            <a:ext cx="61755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8799" b="1" i="0" u="none" strike="noStrike" cap="non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Cultural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099724" y="3292375"/>
            <a:ext cx="5542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1" i="0" u="none" strike="noStrike" cap="none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Metro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652275" y="7313775"/>
            <a:ext cx="6437700" cy="24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Felipe Gallardo</a:t>
            </a:r>
            <a:endParaRPr sz="2400" i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1">
                <a:latin typeface="Calibri"/>
                <a:ea typeface="Calibri"/>
                <a:cs typeface="Calibri"/>
                <a:sym typeface="Calibri"/>
              </a:rPr>
              <a:t>Matías</a:t>
            </a:r>
            <a:r>
              <a:rPr lang="en-US" sz="240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1">
                <a:latin typeface="Calibri"/>
                <a:ea typeface="Calibri"/>
                <a:cs typeface="Calibri"/>
                <a:sym typeface="Calibri"/>
              </a:rPr>
              <a:t>Millaqueo</a:t>
            </a:r>
            <a:endParaRPr sz="2400" i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1">
                <a:latin typeface="Calibri"/>
                <a:ea typeface="Calibri"/>
                <a:cs typeface="Calibri"/>
                <a:sym typeface="Calibri"/>
              </a:rPr>
              <a:t>Proyecto Capstone 706V</a:t>
            </a:r>
            <a:endParaRPr sz="2400" i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1">
                <a:latin typeface="Calibri"/>
                <a:ea typeface="Calibri"/>
                <a:cs typeface="Calibri"/>
                <a:sym typeface="Calibri"/>
              </a:rPr>
              <a:t>Docente - </a:t>
            </a:r>
            <a:r>
              <a:rPr lang="en-US" sz="240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Fernando Herrera</a:t>
            </a:r>
            <a:endParaRPr sz="240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771C8CD-7606-625B-1550-A1F1F8F37E42}"/>
              </a:ext>
            </a:extLst>
          </p:cNvPr>
          <p:cNvSpPr/>
          <p:nvPr/>
        </p:nvSpPr>
        <p:spPr>
          <a:xfrm>
            <a:off x="9467100" y="3330053"/>
            <a:ext cx="5063320" cy="481765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DD4B9C7-B181-FFBD-DAEB-04A0516851E2}"/>
              </a:ext>
            </a:extLst>
          </p:cNvPr>
          <p:cNvSpPr/>
          <p:nvPr/>
        </p:nvSpPr>
        <p:spPr>
          <a:xfrm>
            <a:off x="1460310" y="3330054"/>
            <a:ext cx="5063320" cy="481765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9" name="Google Shape;99;p3"/>
          <p:cNvSpPr/>
          <p:nvPr/>
        </p:nvSpPr>
        <p:spPr>
          <a:xfrm>
            <a:off x="1635141" y="-754646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3"/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1" name="Google Shape;101;p3"/>
          <p:cNvGrpSpPr/>
          <p:nvPr/>
        </p:nvGrpSpPr>
        <p:grpSpPr>
          <a:xfrm>
            <a:off x="0" y="9523637"/>
            <a:ext cx="7259023" cy="763363"/>
            <a:chOff x="0" y="-38100"/>
            <a:chExt cx="1967055" cy="206856"/>
          </a:xfrm>
        </p:grpSpPr>
        <p:sp>
          <p:nvSpPr>
            <p:cNvPr id="102" name="Google Shape;102;p3"/>
            <p:cNvSpPr/>
            <p:nvPr/>
          </p:nvSpPr>
          <p:spPr>
            <a:xfrm>
              <a:off x="0" y="0"/>
              <a:ext cx="1967055" cy="168756"/>
            </a:xfrm>
            <a:custGeom>
              <a:avLst/>
              <a:gdLst/>
              <a:ahLst/>
              <a:cxnLst/>
              <a:rect l="l" t="t" r="r" b="b"/>
              <a:pathLst>
                <a:path w="1967055" h="168756" extrusionOk="0">
                  <a:moveTo>
                    <a:pt x="0" y="0"/>
                  </a:moveTo>
                  <a:lnTo>
                    <a:pt x="1967055" y="0"/>
                  </a:lnTo>
                  <a:lnTo>
                    <a:pt x="1967055" y="168756"/>
                  </a:lnTo>
                  <a:lnTo>
                    <a:pt x="0" y="168756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103" name="Google Shape;103;p3"/>
            <p:cNvSpPr txBox="1"/>
            <p:nvPr/>
          </p:nvSpPr>
          <p:spPr>
            <a:xfrm>
              <a:off x="0" y="-38100"/>
              <a:ext cx="1967055" cy="206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3"/>
          <p:cNvGrpSpPr/>
          <p:nvPr/>
        </p:nvGrpSpPr>
        <p:grpSpPr>
          <a:xfrm>
            <a:off x="16738496" y="-387882"/>
            <a:ext cx="2046446" cy="11444750"/>
            <a:chOff x="0" y="-38100"/>
            <a:chExt cx="538982" cy="3014255"/>
          </a:xfrm>
        </p:grpSpPr>
        <p:sp>
          <p:nvSpPr>
            <p:cNvPr id="105" name="Google Shape;105;p3"/>
            <p:cNvSpPr/>
            <p:nvPr/>
          </p:nvSpPr>
          <p:spPr>
            <a:xfrm>
              <a:off x="0" y="0"/>
              <a:ext cx="538982" cy="2976155"/>
            </a:xfrm>
            <a:custGeom>
              <a:avLst/>
              <a:gdLst/>
              <a:ahLst/>
              <a:cxnLst/>
              <a:rect l="l" t="t" r="r" b="b"/>
              <a:pathLst>
                <a:path w="538982" h="2976155" extrusionOk="0">
                  <a:moveTo>
                    <a:pt x="0" y="0"/>
                  </a:moveTo>
                  <a:lnTo>
                    <a:pt x="538982" y="0"/>
                  </a:lnTo>
                  <a:lnTo>
                    <a:pt x="538982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106" name="Google Shape;106;p3"/>
            <p:cNvSpPr txBox="1"/>
            <p:nvPr/>
          </p:nvSpPr>
          <p:spPr>
            <a:xfrm>
              <a:off x="0" y="-38100"/>
              <a:ext cx="538982" cy="30142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3278729" y="1285505"/>
            <a:ext cx="9390569" cy="101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en-US" sz="4700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Discretion del proyecto</a:t>
            </a:r>
            <a:endParaRPr lang="en-US" sz="4800" b="1" i="0" u="none" strike="noStrike" cap="none" dirty="0">
              <a:solidFill>
                <a:srgbClr val="00000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92E20AB-F54A-3100-102E-82D4AD8D0FBA}"/>
              </a:ext>
            </a:extLst>
          </p:cNvPr>
          <p:cNvSpPr txBox="1"/>
          <p:nvPr/>
        </p:nvSpPr>
        <p:spPr>
          <a:xfrm>
            <a:off x="2095380" y="3492344"/>
            <a:ext cx="31961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Problema o dolor</a:t>
            </a:r>
          </a:p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5922DC-C7E1-25D5-79F0-7413DF6A844A}"/>
              </a:ext>
            </a:extLst>
          </p:cNvPr>
          <p:cNvSpPr txBox="1"/>
          <p:nvPr/>
        </p:nvSpPr>
        <p:spPr>
          <a:xfrm>
            <a:off x="10398980" y="3410266"/>
            <a:ext cx="34179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Propuesta de solución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61825" y="1250925"/>
            <a:ext cx="17383800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700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Objectivo</a:t>
            </a:r>
            <a:r>
              <a:rPr lang="en-US" sz="4700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General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6" name="Google Shape;116;p4"/>
          <p:cNvGrpSpPr/>
          <p:nvPr/>
        </p:nvGrpSpPr>
        <p:grpSpPr>
          <a:xfrm>
            <a:off x="0" y="9523638"/>
            <a:ext cx="8775126" cy="785021"/>
            <a:chOff x="0" y="-38100"/>
            <a:chExt cx="2377890" cy="212726"/>
          </a:xfrm>
        </p:grpSpPr>
        <p:sp>
          <p:nvSpPr>
            <p:cNvPr id="117" name="Google Shape;117;p4"/>
            <p:cNvSpPr/>
            <p:nvPr/>
          </p:nvSpPr>
          <p:spPr>
            <a:xfrm>
              <a:off x="0" y="0"/>
              <a:ext cx="2377890" cy="174626"/>
            </a:xfrm>
            <a:custGeom>
              <a:avLst/>
              <a:gdLst/>
              <a:ahLst/>
              <a:cxnLst/>
              <a:rect l="l" t="t" r="r" b="b"/>
              <a:pathLst>
                <a:path w="2377890" h="174626" extrusionOk="0">
                  <a:moveTo>
                    <a:pt x="0" y="0"/>
                  </a:moveTo>
                  <a:lnTo>
                    <a:pt x="2377890" y="0"/>
                  </a:lnTo>
                  <a:lnTo>
                    <a:pt x="2377890" y="174626"/>
                  </a:lnTo>
                  <a:lnTo>
                    <a:pt x="0" y="174626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118" name="Google Shape;118;p4"/>
            <p:cNvSpPr txBox="1"/>
            <p:nvPr/>
          </p:nvSpPr>
          <p:spPr>
            <a:xfrm>
              <a:off x="0" y="-38100"/>
              <a:ext cx="2377890" cy="2127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51A4E6A-297C-2217-2F2C-96EF45AAA58F}"/>
              </a:ext>
            </a:extLst>
          </p:cNvPr>
          <p:cNvSpPr txBox="1"/>
          <p:nvPr/>
        </p:nvSpPr>
        <p:spPr>
          <a:xfrm>
            <a:off x="4652369" y="3411940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Afafz</a:t>
            </a:r>
            <a:r>
              <a:rPr lang="es-MX" dirty="0"/>
              <a:t>&lt;</a:t>
            </a:r>
            <a:r>
              <a:rPr lang="es-MX" dirty="0" err="1"/>
              <a:t>faf</a:t>
            </a:r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5"/>
          <p:cNvGrpSpPr/>
          <p:nvPr/>
        </p:nvGrpSpPr>
        <p:grpSpPr>
          <a:xfrm>
            <a:off x="17563200" y="3848700"/>
            <a:ext cx="724789" cy="6438309"/>
            <a:chOff x="0" y="-197416"/>
            <a:chExt cx="642600" cy="1744657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642552" cy="1547241"/>
            </a:xfrm>
            <a:custGeom>
              <a:avLst/>
              <a:gdLst/>
              <a:ahLst/>
              <a:cxnLst/>
              <a:rect l="l" t="t" r="r" b="b"/>
              <a:pathLst>
                <a:path w="642552" h="1547241" extrusionOk="0">
                  <a:moveTo>
                    <a:pt x="0" y="0"/>
                  </a:moveTo>
                  <a:lnTo>
                    <a:pt x="642552" y="0"/>
                  </a:lnTo>
                  <a:lnTo>
                    <a:pt x="642552" y="1547241"/>
                  </a:lnTo>
                  <a:lnTo>
                    <a:pt x="0" y="1547241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189" name="Google Shape;189;p5"/>
            <p:cNvSpPr txBox="1"/>
            <p:nvPr/>
          </p:nvSpPr>
          <p:spPr>
            <a:xfrm>
              <a:off x="0" y="-197416"/>
              <a:ext cx="642600" cy="15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5"/>
          <p:cNvGrpSpPr/>
          <p:nvPr/>
        </p:nvGrpSpPr>
        <p:grpSpPr>
          <a:xfrm>
            <a:off x="0" y="9523650"/>
            <a:ext cx="11287909" cy="741702"/>
            <a:chOff x="0" y="-38100"/>
            <a:chExt cx="3236027" cy="200987"/>
          </a:xfrm>
        </p:grpSpPr>
        <p:sp>
          <p:nvSpPr>
            <p:cNvPr id="191" name="Google Shape;191;p5"/>
            <p:cNvSpPr/>
            <p:nvPr/>
          </p:nvSpPr>
          <p:spPr>
            <a:xfrm>
              <a:off x="0" y="0"/>
              <a:ext cx="3236027" cy="162887"/>
            </a:xfrm>
            <a:custGeom>
              <a:avLst/>
              <a:gdLst/>
              <a:ahLst/>
              <a:cxnLst/>
              <a:rect l="l" t="t" r="r" b="b"/>
              <a:pathLst>
                <a:path w="3236027" h="162887" extrusionOk="0">
                  <a:moveTo>
                    <a:pt x="0" y="0"/>
                  </a:moveTo>
                  <a:lnTo>
                    <a:pt x="3236027" y="0"/>
                  </a:lnTo>
                  <a:lnTo>
                    <a:pt x="3236027" y="162887"/>
                  </a:lnTo>
                  <a:lnTo>
                    <a:pt x="0" y="162887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192" name="Google Shape;192;p5"/>
            <p:cNvSpPr txBox="1"/>
            <p:nvPr/>
          </p:nvSpPr>
          <p:spPr>
            <a:xfrm>
              <a:off x="0" y="-38100"/>
              <a:ext cx="3236027" cy="200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5"/>
          <p:cNvSpPr txBox="1"/>
          <p:nvPr/>
        </p:nvSpPr>
        <p:spPr>
          <a:xfrm>
            <a:off x="4398476" y="1295125"/>
            <a:ext cx="83703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Metodogia</a:t>
            </a:r>
            <a:r>
              <a:rPr lang="en-US" sz="4800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de </a:t>
            </a:r>
            <a:r>
              <a:rPr lang="en-US" sz="4800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trabajo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0158717" y="6833285"/>
            <a:ext cx="292170" cy="292170"/>
          </a:xfrm>
          <a:custGeom>
            <a:avLst/>
            <a:gdLst/>
            <a:ahLst/>
            <a:cxnLst/>
            <a:rect l="l" t="t" r="r" b="b"/>
            <a:pathLst>
              <a:path w="292170" h="292170" extrusionOk="0">
                <a:moveTo>
                  <a:pt x="0" y="0"/>
                </a:moveTo>
                <a:lnTo>
                  <a:pt x="292170" y="0"/>
                </a:lnTo>
                <a:lnTo>
                  <a:pt x="292170" y="292170"/>
                </a:lnTo>
                <a:lnTo>
                  <a:pt x="0" y="292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5" name="Google Shape;195;p5"/>
          <p:cNvSpPr/>
          <p:nvPr/>
        </p:nvSpPr>
        <p:spPr>
          <a:xfrm>
            <a:off x="10158717" y="7860650"/>
            <a:ext cx="292170" cy="292170"/>
          </a:xfrm>
          <a:custGeom>
            <a:avLst/>
            <a:gdLst/>
            <a:ahLst/>
            <a:cxnLst/>
            <a:rect l="l" t="t" r="r" b="b"/>
            <a:pathLst>
              <a:path w="292170" h="292170" extrusionOk="0">
                <a:moveTo>
                  <a:pt x="0" y="0"/>
                </a:moveTo>
                <a:lnTo>
                  <a:pt x="292170" y="0"/>
                </a:lnTo>
                <a:lnTo>
                  <a:pt x="292170" y="292170"/>
                </a:lnTo>
                <a:lnTo>
                  <a:pt x="0" y="292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p5"/>
          <p:cNvSpPr/>
          <p:nvPr/>
        </p:nvSpPr>
        <p:spPr>
          <a:xfrm>
            <a:off x="826150" y="-754654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5"/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6000"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Google Shape;193;p5">
            <a:extLst>
              <a:ext uri="{FF2B5EF4-FFF2-40B4-BE49-F238E27FC236}">
                <a16:creationId xmlns:a16="http://schemas.microsoft.com/office/drawing/2014/main" id="{4FC76CFF-4003-A454-D538-5DB66DAB16FB}"/>
              </a:ext>
            </a:extLst>
          </p:cNvPr>
          <p:cNvSpPr txBox="1"/>
          <p:nvPr/>
        </p:nvSpPr>
        <p:spPr>
          <a:xfrm>
            <a:off x="4510051" y="6281615"/>
            <a:ext cx="83703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¿Por </a:t>
            </a:r>
            <a:r>
              <a:rPr lang="en-US" sz="4800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que</a:t>
            </a:r>
            <a:r>
              <a:rPr lang="en-US" sz="4800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6"/>
          <p:cNvGrpSpPr/>
          <p:nvPr/>
        </p:nvGrpSpPr>
        <p:grpSpPr>
          <a:xfrm rot="5400000">
            <a:off x="6936023" y="-2885033"/>
            <a:ext cx="4705929" cy="18432661"/>
            <a:chOff x="0" y="-38100"/>
            <a:chExt cx="1239422" cy="4854693"/>
          </a:xfrm>
        </p:grpSpPr>
        <p:sp>
          <p:nvSpPr>
            <p:cNvPr id="125" name="Google Shape;125;p6"/>
            <p:cNvSpPr/>
            <p:nvPr/>
          </p:nvSpPr>
          <p:spPr>
            <a:xfrm>
              <a:off x="0" y="0"/>
              <a:ext cx="1239422" cy="4816592"/>
            </a:xfrm>
            <a:custGeom>
              <a:avLst/>
              <a:gdLst/>
              <a:ahLst/>
              <a:cxnLst/>
              <a:rect l="l" t="t" r="r" b="b"/>
              <a:pathLst>
                <a:path w="1239422" h="4816592" extrusionOk="0">
                  <a:moveTo>
                    <a:pt x="0" y="0"/>
                  </a:moveTo>
                  <a:lnTo>
                    <a:pt x="1239422" y="0"/>
                  </a:lnTo>
                  <a:lnTo>
                    <a:pt x="123942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126" name="Google Shape;126;p6"/>
            <p:cNvSpPr txBox="1"/>
            <p:nvPr/>
          </p:nvSpPr>
          <p:spPr>
            <a:xfrm>
              <a:off x="0" y="-38100"/>
              <a:ext cx="1239422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6"/>
          <p:cNvSpPr/>
          <p:nvPr/>
        </p:nvSpPr>
        <p:spPr>
          <a:xfrm>
            <a:off x="809354" y="-869450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6"/>
          <p:cNvSpPr/>
          <p:nvPr/>
        </p:nvSpPr>
        <p:spPr>
          <a:xfrm>
            <a:off x="14616511" y="-455822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7" y="0"/>
                </a:lnTo>
                <a:lnTo>
                  <a:pt x="3744147" y="2888341"/>
                </a:lnTo>
                <a:lnTo>
                  <a:pt x="0" y="2888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sp>
        <p:nvSpPr>
          <p:cNvPr id="179" name="Google Shape;179;p6"/>
          <p:cNvSpPr txBox="1"/>
          <p:nvPr/>
        </p:nvSpPr>
        <p:spPr>
          <a:xfrm>
            <a:off x="809350" y="1240225"/>
            <a:ext cx="167127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Arquitectura</a:t>
            </a:r>
            <a:r>
              <a:rPr lang="en-US" sz="4800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del software</a:t>
            </a:r>
            <a:endParaRPr sz="4800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grpSp>
        <p:nvGrpSpPr>
          <p:cNvPr id="180" name="Google Shape;180;p6"/>
          <p:cNvGrpSpPr/>
          <p:nvPr/>
        </p:nvGrpSpPr>
        <p:grpSpPr>
          <a:xfrm>
            <a:off x="-1" y="9523649"/>
            <a:ext cx="14330029" cy="909183"/>
            <a:chOff x="0" y="-38100"/>
            <a:chExt cx="4138039" cy="246371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4138039" cy="208271"/>
            </a:xfrm>
            <a:custGeom>
              <a:avLst/>
              <a:gdLst/>
              <a:ahLst/>
              <a:cxnLst/>
              <a:rect l="l" t="t" r="r" b="b"/>
              <a:pathLst>
                <a:path w="4138039" h="208271" extrusionOk="0">
                  <a:moveTo>
                    <a:pt x="0" y="0"/>
                  </a:moveTo>
                  <a:lnTo>
                    <a:pt x="4138039" y="0"/>
                  </a:lnTo>
                  <a:lnTo>
                    <a:pt x="4138039" y="208271"/>
                  </a:lnTo>
                  <a:lnTo>
                    <a:pt x="0" y="208271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182" name="Google Shape;182;p6"/>
            <p:cNvSpPr txBox="1"/>
            <p:nvPr/>
          </p:nvSpPr>
          <p:spPr>
            <a:xfrm>
              <a:off x="0" y="-38100"/>
              <a:ext cx="4138038" cy="2463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7"/>
          <p:cNvGrpSpPr/>
          <p:nvPr/>
        </p:nvGrpSpPr>
        <p:grpSpPr>
          <a:xfrm>
            <a:off x="17099628" y="-348013"/>
            <a:ext cx="1188372" cy="11444750"/>
            <a:chOff x="0" y="-38100"/>
            <a:chExt cx="312987" cy="3014255"/>
          </a:xfrm>
        </p:grpSpPr>
        <p:sp>
          <p:nvSpPr>
            <p:cNvPr id="204" name="Google Shape;204;p7"/>
            <p:cNvSpPr/>
            <p:nvPr/>
          </p:nvSpPr>
          <p:spPr>
            <a:xfrm>
              <a:off x="0" y="0"/>
              <a:ext cx="312987" cy="2976155"/>
            </a:xfrm>
            <a:custGeom>
              <a:avLst/>
              <a:gdLst/>
              <a:ahLst/>
              <a:cxnLst/>
              <a:rect l="l" t="t" r="r" b="b"/>
              <a:pathLst>
                <a:path w="312987" h="2976155" extrusionOk="0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205" name="Google Shape;205;p7"/>
            <p:cNvSpPr txBox="1"/>
            <p:nvPr/>
          </p:nvSpPr>
          <p:spPr>
            <a:xfrm>
              <a:off x="0" y="-38100"/>
              <a:ext cx="312987" cy="30142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7"/>
          <p:cNvSpPr txBox="1"/>
          <p:nvPr/>
        </p:nvSpPr>
        <p:spPr>
          <a:xfrm>
            <a:off x="5181563" y="675875"/>
            <a:ext cx="6093900" cy="10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lang="en-US" sz="39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M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odelo de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datos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208" name="Google Shape;208;p7"/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09" name="Google Shape;209;p7"/>
          <p:cNvGrpSpPr/>
          <p:nvPr/>
        </p:nvGrpSpPr>
        <p:grpSpPr>
          <a:xfrm>
            <a:off x="0" y="9523652"/>
            <a:ext cx="17099435" cy="933063"/>
            <a:chOff x="0" y="-38100"/>
            <a:chExt cx="4810915" cy="252849"/>
          </a:xfrm>
        </p:grpSpPr>
        <p:sp>
          <p:nvSpPr>
            <p:cNvPr id="210" name="Google Shape;210;p7"/>
            <p:cNvSpPr/>
            <p:nvPr/>
          </p:nvSpPr>
          <p:spPr>
            <a:xfrm>
              <a:off x="0" y="0"/>
              <a:ext cx="4810915" cy="214749"/>
            </a:xfrm>
            <a:custGeom>
              <a:avLst/>
              <a:gdLst/>
              <a:ahLst/>
              <a:cxnLst/>
              <a:rect l="l" t="t" r="r" b="b"/>
              <a:pathLst>
                <a:path w="4810915" h="214749" extrusionOk="0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11" name="Google Shape;211;p7"/>
            <p:cNvSpPr txBox="1"/>
            <p:nvPr/>
          </p:nvSpPr>
          <p:spPr>
            <a:xfrm>
              <a:off x="0" y="-38100"/>
              <a:ext cx="4810915" cy="2528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g3841cbad731_4_0"/>
          <p:cNvGrpSpPr/>
          <p:nvPr/>
        </p:nvGrpSpPr>
        <p:grpSpPr>
          <a:xfrm>
            <a:off x="17099628" y="-348014"/>
            <a:ext cx="1188380" cy="11445375"/>
            <a:chOff x="0" y="-38100"/>
            <a:chExt cx="312987" cy="3014400"/>
          </a:xfrm>
        </p:grpSpPr>
        <p:sp>
          <p:nvSpPr>
            <p:cNvPr id="225" name="Google Shape;225;g3841cbad731_4_0"/>
            <p:cNvSpPr/>
            <p:nvPr/>
          </p:nvSpPr>
          <p:spPr>
            <a:xfrm>
              <a:off x="0" y="0"/>
              <a:ext cx="312987" cy="2976155"/>
            </a:xfrm>
            <a:custGeom>
              <a:avLst/>
              <a:gdLst/>
              <a:ahLst/>
              <a:cxnLst/>
              <a:rect l="l" t="t" r="r" b="b"/>
              <a:pathLst>
                <a:path w="312987" h="2976155" extrusionOk="0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226" name="Google Shape;226;g3841cbad731_4_0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841cbad731_4_0"/>
          <p:cNvSpPr txBox="1"/>
          <p:nvPr/>
        </p:nvSpPr>
        <p:spPr>
          <a:xfrm>
            <a:off x="4706800" y="728225"/>
            <a:ext cx="7215900" cy="3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Tecnogias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utilizsadas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endParaRPr sz="4866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28" name="Google Shape;228;g3841cbad731_4_0"/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g3841cbad731_4_0"/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0" name="Google Shape;230;g3841cbad731_4_0"/>
          <p:cNvGrpSpPr/>
          <p:nvPr/>
        </p:nvGrpSpPr>
        <p:grpSpPr>
          <a:xfrm>
            <a:off x="0" y="9523652"/>
            <a:ext cx="17099435" cy="933252"/>
            <a:chOff x="0" y="-38100"/>
            <a:chExt cx="4810915" cy="252900"/>
          </a:xfrm>
        </p:grpSpPr>
        <p:sp>
          <p:nvSpPr>
            <p:cNvPr id="231" name="Google Shape;231;g3841cbad731_4_0"/>
            <p:cNvSpPr/>
            <p:nvPr/>
          </p:nvSpPr>
          <p:spPr>
            <a:xfrm>
              <a:off x="0" y="0"/>
              <a:ext cx="4810915" cy="214749"/>
            </a:xfrm>
            <a:custGeom>
              <a:avLst/>
              <a:gdLst/>
              <a:ahLst/>
              <a:cxnLst/>
              <a:rect l="l" t="t" r="r" b="b"/>
              <a:pathLst>
                <a:path w="4810915" h="214749" extrusionOk="0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32" name="Google Shape;232;g3841cbad731_4_0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841cbad731_4_0"/>
          <p:cNvSpPr txBox="1"/>
          <p:nvPr/>
        </p:nvSpPr>
        <p:spPr>
          <a:xfrm>
            <a:off x="2540600" y="3840725"/>
            <a:ext cx="11423100" cy="170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Avanzar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front-end (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principales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base).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las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primeras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según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Trello.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3841cbad731_4_23"/>
          <p:cNvGrpSpPr/>
          <p:nvPr/>
        </p:nvGrpSpPr>
        <p:grpSpPr>
          <a:xfrm>
            <a:off x="17099628" y="-348014"/>
            <a:ext cx="1188380" cy="11445375"/>
            <a:chOff x="0" y="-38100"/>
            <a:chExt cx="312987" cy="3014400"/>
          </a:xfrm>
        </p:grpSpPr>
        <p:sp>
          <p:nvSpPr>
            <p:cNvPr id="239" name="Google Shape;239;g3841cbad731_4_23"/>
            <p:cNvSpPr/>
            <p:nvPr/>
          </p:nvSpPr>
          <p:spPr>
            <a:xfrm>
              <a:off x="0" y="0"/>
              <a:ext cx="312987" cy="2976155"/>
            </a:xfrm>
            <a:custGeom>
              <a:avLst/>
              <a:gdLst/>
              <a:ahLst/>
              <a:cxnLst/>
              <a:rect l="l" t="t" r="r" b="b"/>
              <a:pathLst>
                <a:path w="312987" h="2976155" extrusionOk="0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240" name="Google Shape;240;g3841cbad731_4_23"/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841cbad731_4_23"/>
          <p:cNvSpPr txBox="1"/>
          <p:nvPr/>
        </p:nvSpPr>
        <p:spPr>
          <a:xfrm>
            <a:off x="4706800" y="728225"/>
            <a:ext cx="7215900" cy="3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Demostracion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de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los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endParaRPr sz="4866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42" name="Google Shape;242;g3841cbad731_4_23"/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g3841cbad731_4_23"/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4" name="Google Shape;244;g3841cbad731_4_23"/>
          <p:cNvGrpSpPr/>
          <p:nvPr/>
        </p:nvGrpSpPr>
        <p:grpSpPr>
          <a:xfrm>
            <a:off x="0" y="9523652"/>
            <a:ext cx="17099435" cy="933252"/>
            <a:chOff x="0" y="-38100"/>
            <a:chExt cx="4810915" cy="252900"/>
          </a:xfrm>
        </p:grpSpPr>
        <p:sp>
          <p:nvSpPr>
            <p:cNvPr id="245" name="Google Shape;245;g3841cbad731_4_23"/>
            <p:cNvSpPr/>
            <p:nvPr/>
          </p:nvSpPr>
          <p:spPr>
            <a:xfrm>
              <a:off x="0" y="0"/>
              <a:ext cx="4810915" cy="214749"/>
            </a:xfrm>
            <a:custGeom>
              <a:avLst/>
              <a:gdLst/>
              <a:ahLst/>
              <a:cxnLst/>
              <a:rect l="l" t="t" r="r" b="b"/>
              <a:pathLst>
                <a:path w="4810915" h="214749" extrusionOk="0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46" name="Google Shape;246;g3841cbad731_4_23"/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49B6B253-469E-300F-D1D4-FFDAECA5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3841cbad731_4_23">
            <a:extLst>
              <a:ext uri="{FF2B5EF4-FFF2-40B4-BE49-F238E27FC236}">
                <a16:creationId xmlns:a16="http://schemas.microsoft.com/office/drawing/2014/main" id="{EF2639D4-FDE7-35EB-E6D1-C83DA348E34C}"/>
              </a:ext>
            </a:extLst>
          </p:cNvPr>
          <p:cNvGrpSpPr/>
          <p:nvPr/>
        </p:nvGrpSpPr>
        <p:grpSpPr>
          <a:xfrm>
            <a:off x="17099628" y="-348014"/>
            <a:ext cx="1188380" cy="11445375"/>
            <a:chOff x="0" y="-38100"/>
            <a:chExt cx="312987" cy="3014400"/>
          </a:xfrm>
        </p:grpSpPr>
        <p:sp>
          <p:nvSpPr>
            <p:cNvPr id="239" name="Google Shape;239;g3841cbad731_4_23">
              <a:extLst>
                <a:ext uri="{FF2B5EF4-FFF2-40B4-BE49-F238E27FC236}">
                  <a16:creationId xmlns:a16="http://schemas.microsoft.com/office/drawing/2014/main" id="{CF68DBBC-CA71-D2E6-F828-C1DA07986A58}"/>
                </a:ext>
              </a:extLst>
            </p:cNvPr>
            <p:cNvSpPr/>
            <p:nvPr/>
          </p:nvSpPr>
          <p:spPr>
            <a:xfrm>
              <a:off x="0" y="0"/>
              <a:ext cx="312987" cy="2976155"/>
            </a:xfrm>
            <a:custGeom>
              <a:avLst/>
              <a:gdLst/>
              <a:ahLst/>
              <a:cxnLst/>
              <a:rect l="l" t="t" r="r" b="b"/>
              <a:pathLst>
                <a:path w="312987" h="2976155" extrusionOk="0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240" name="Google Shape;240;g3841cbad731_4_23">
              <a:extLst>
                <a:ext uri="{FF2B5EF4-FFF2-40B4-BE49-F238E27FC236}">
                  <a16:creationId xmlns:a16="http://schemas.microsoft.com/office/drawing/2014/main" id="{13857E5A-6C41-7410-B0AC-C27866284D03}"/>
                </a:ext>
              </a:extLst>
            </p:cNvPr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841cbad731_4_23">
            <a:extLst>
              <a:ext uri="{FF2B5EF4-FFF2-40B4-BE49-F238E27FC236}">
                <a16:creationId xmlns:a16="http://schemas.microsoft.com/office/drawing/2014/main" id="{1D882F6A-F5A5-C7FE-5EAC-927F9FC57AAA}"/>
              </a:ext>
            </a:extLst>
          </p:cNvPr>
          <p:cNvSpPr txBox="1"/>
          <p:nvPr/>
        </p:nvSpPr>
        <p:spPr>
          <a:xfrm>
            <a:off x="4706800" y="728225"/>
            <a:ext cx="7215900" cy="20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Resultado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obtenido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endParaRPr sz="4866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42" name="Google Shape;242;g3841cbad731_4_23">
            <a:extLst>
              <a:ext uri="{FF2B5EF4-FFF2-40B4-BE49-F238E27FC236}">
                <a16:creationId xmlns:a16="http://schemas.microsoft.com/office/drawing/2014/main" id="{00ABD14A-7585-BEAF-D53E-4D64B4747035}"/>
              </a:ext>
            </a:extLst>
          </p:cNvPr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g3841cbad731_4_23">
            <a:extLst>
              <a:ext uri="{FF2B5EF4-FFF2-40B4-BE49-F238E27FC236}">
                <a16:creationId xmlns:a16="http://schemas.microsoft.com/office/drawing/2014/main" id="{81918F31-73DD-15D6-631A-7E005B1548E4}"/>
              </a:ext>
            </a:extLst>
          </p:cNvPr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4" name="Google Shape;244;g3841cbad731_4_23">
            <a:extLst>
              <a:ext uri="{FF2B5EF4-FFF2-40B4-BE49-F238E27FC236}">
                <a16:creationId xmlns:a16="http://schemas.microsoft.com/office/drawing/2014/main" id="{32979A26-3F35-3666-895A-136D7B5A3E02}"/>
              </a:ext>
            </a:extLst>
          </p:cNvPr>
          <p:cNvGrpSpPr/>
          <p:nvPr/>
        </p:nvGrpSpPr>
        <p:grpSpPr>
          <a:xfrm>
            <a:off x="0" y="9523652"/>
            <a:ext cx="17099435" cy="933252"/>
            <a:chOff x="0" y="-38100"/>
            <a:chExt cx="4810915" cy="252900"/>
          </a:xfrm>
        </p:grpSpPr>
        <p:sp>
          <p:nvSpPr>
            <p:cNvPr id="245" name="Google Shape;245;g3841cbad731_4_23">
              <a:extLst>
                <a:ext uri="{FF2B5EF4-FFF2-40B4-BE49-F238E27FC236}">
                  <a16:creationId xmlns:a16="http://schemas.microsoft.com/office/drawing/2014/main" id="{31EBD44E-D173-3D79-FF89-83E5A413C04C}"/>
                </a:ext>
              </a:extLst>
            </p:cNvPr>
            <p:cNvSpPr/>
            <p:nvPr/>
          </p:nvSpPr>
          <p:spPr>
            <a:xfrm>
              <a:off x="0" y="0"/>
              <a:ext cx="4810915" cy="214749"/>
            </a:xfrm>
            <a:custGeom>
              <a:avLst/>
              <a:gdLst/>
              <a:ahLst/>
              <a:cxnLst/>
              <a:rect l="l" t="t" r="r" b="b"/>
              <a:pathLst>
                <a:path w="4810915" h="214749" extrusionOk="0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46" name="Google Shape;246;g3841cbad731_4_23">
              <a:extLst>
                <a:ext uri="{FF2B5EF4-FFF2-40B4-BE49-F238E27FC236}">
                  <a16:creationId xmlns:a16="http://schemas.microsoft.com/office/drawing/2014/main" id="{C907044E-C25C-23E1-6990-0890F12F03DA}"/>
                </a:ext>
              </a:extLst>
            </p:cNvPr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2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7ADA711D-6D4E-2A4A-FA7F-74678BAA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3841cbad731_4_23">
            <a:extLst>
              <a:ext uri="{FF2B5EF4-FFF2-40B4-BE49-F238E27FC236}">
                <a16:creationId xmlns:a16="http://schemas.microsoft.com/office/drawing/2014/main" id="{E249DB94-ACF6-1D82-6310-21429E840604}"/>
              </a:ext>
            </a:extLst>
          </p:cNvPr>
          <p:cNvGrpSpPr/>
          <p:nvPr/>
        </p:nvGrpSpPr>
        <p:grpSpPr>
          <a:xfrm>
            <a:off x="17099628" y="-348014"/>
            <a:ext cx="1188380" cy="11445375"/>
            <a:chOff x="0" y="-38100"/>
            <a:chExt cx="312987" cy="3014400"/>
          </a:xfrm>
        </p:grpSpPr>
        <p:sp>
          <p:nvSpPr>
            <p:cNvPr id="239" name="Google Shape;239;g3841cbad731_4_23">
              <a:extLst>
                <a:ext uri="{FF2B5EF4-FFF2-40B4-BE49-F238E27FC236}">
                  <a16:creationId xmlns:a16="http://schemas.microsoft.com/office/drawing/2014/main" id="{BC23E7E4-B86E-7328-9DD0-65566FC8E221}"/>
                </a:ext>
              </a:extLst>
            </p:cNvPr>
            <p:cNvSpPr/>
            <p:nvPr/>
          </p:nvSpPr>
          <p:spPr>
            <a:xfrm>
              <a:off x="0" y="0"/>
              <a:ext cx="312987" cy="2976155"/>
            </a:xfrm>
            <a:custGeom>
              <a:avLst/>
              <a:gdLst/>
              <a:ahLst/>
              <a:cxnLst/>
              <a:rect l="l" t="t" r="r" b="b"/>
              <a:pathLst>
                <a:path w="312987" h="2976155" extrusionOk="0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240" name="Google Shape;240;g3841cbad731_4_23">
              <a:extLst>
                <a:ext uri="{FF2B5EF4-FFF2-40B4-BE49-F238E27FC236}">
                  <a16:creationId xmlns:a16="http://schemas.microsoft.com/office/drawing/2014/main" id="{23DFD354-C8A1-3E4A-E640-7A8A9B708B2F}"/>
                </a:ext>
              </a:extLst>
            </p:cNvPr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841cbad731_4_23">
            <a:extLst>
              <a:ext uri="{FF2B5EF4-FFF2-40B4-BE49-F238E27FC236}">
                <a16:creationId xmlns:a16="http://schemas.microsoft.com/office/drawing/2014/main" id="{AEA1514F-A9A6-F06D-7BF5-1ABFD2DEC790}"/>
              </a:ext>
            </a:extLst>
          </p:cNvPr>
          <p:cNvSpPr txBox="1"/>
          <p:nvPr/>
        </p:nvSpPr>
        <p:spPr>
          <a:xfrm>
            <a:off x="4706799" y="728225"/>
            <a:ext cx="8367755" cy="20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Problemas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durante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el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desarrollo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endParaRPr sz="4866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42" name="Google Shape;242;g3841cbad731_4_23">
            <a:extLst>
              <a:ext uri="{FF2B5EF4-FFF2-40B4-BE49-F238E27FC236}">
                <a16:creationId xmlns:a16="http://schemas.microsoft.com/office/drawing/2014/main" id="{8FD1772A-9690-8187-60E1-823784FD7003}"/>
              </a:ext>
            </a:extLst>
          </p:cNvPr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g3841cbad731_4_23">
            <a:extLst>
              <a:ext uri="{FF2B5EF4-FFF2-40B4-BE49-F238E27FC236}">
                <a16:creationId xmlns:a16="http://schemas.microsoft.com/office/drawing/2014/main" id="{EC89DD69-C4FA-E880-8783-49D7F0026880}"/>
              </a:ext>
            </a:extLst>
          </p:cNvPr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4" name="Google Shape;244;g3841cbad731_4_23">
            <a:extLst>
              <a:ext uri="{FF2B5EF4-FFF2-40B4-BE49-F238E27FC236}">
                <a16:creationId xmlns:a16="http://schemas.microsoft.com/office/drawing/2014/main" id="{62D2570C-C9DD-0B80-FC25-A5D111EC1097}"/>
              </a:ext>
            </a:extLst>
          </p:cNvPr>
          <p:cNvGrpSpPr/>
          <p:nvPr/>
        </p:nvGrpSpPr>
        <p:grpSpPr>
          <a:xfrm>
            <a:off x="0" y="9523652"/>
            <a:ext cx="17099435" cy="933252"/>
            <a:chOff x="0" y="-38100"/>
            <a:chExt cx="4810915" cy="252900"/>
          </a:xfrm>
        </p:grpSpPr>
        <p:sp>
          <p:nvSpPr>
            <p:cNvPr id="245" name="Google Shape;245;g3841cbad731_4_23">
              <a:extLst>
                <a:ext uri="{FF2B5EF4-FFF2-40B4-BE49-F238E27FC236}">
                  <a16:creationId xmlns:a16="http://schemas.microsoft.com/office/drawing/2014/main" id="{A735F822-B7C7-D132-A98B-950932A43CA5}"/>
                </a:ext>
              </a:extLst>
            </p:cNvPr>
            <p:cNvSpPr/>
            <p:nvPr/>
          </p:nvSpPr>
          <p:spPr>
            <a:xfrm>
              <a:off x="0" y="0"/>
              <a:ext cx="4810915" cy="214749"/>
            </a:xfrm>
            <a:custGeom>
              <a:avLst/>
              <a:gdLst/>
              <a:ahLst/>
              <a:cxnLst/>
              <a:rect l="l" t="t" r="r" b="b"/>
              <a:pathLst>
                <a:path w="4810915" h="214749" extrusionOk="0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46" name="Google Shape;246;g3841cbad731_4_23">
              <a:extLst>
                <a:ext uri="{FF2B5EF4-FFF2-40B4-BE49-F238E27FC236}">
                  <a16:creationId xmlns:a16="http://schemas.microsoft.com/office/drawing/2014/main" id="{B827CD77-819A-258B-05E7-1E19C911FBC2}"/>
                </a:ext>
              </a:extLst>
            </p:cNvPr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183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20512DE1-CE46-415C-9A8C-C7233F9C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3841cbad731_4_23">
            <a:extLst>
              <a:ext uri="{FF2B5EF4-FFF2-40B4-BE49-F238E27FC236}">
                <a16:creationId xmlns:a16="http://schemas.microsoft.com/office/drawing/2014/main" id="{27D8992E-71F0-B4A7-D659-7590E39E08B6}"/>
              </a:ext>
            </a:extLst>
          </p:cNvPr>
          <p:cNvGrpSpPr/>
          <p:nvPr/>
        </p:nvGrpSpPr>
        <p:grpSpPr>
          <a:xfrm>
            <a:off x="17099628" y="-348014"/>
            <a:ext cx="1188380" cy="11445375"/>
            <a:chOff x="0" y="-38100"/>
            <a:chExt cx="312987" cy="3014400"/>
          </a:xfrm>
        </p:grpSpPr>
        <p:sp>
          <p:nvSpPr>
            <p:cNvPr id="239" name="Google Shape;239;g3841cbad731_4_23">
              <a:extLst>
                <a:ext uri="{FF2B5EF4-FFF2-40B4-BE49-F238E27FC236}">
                  <a16:creationId xmlns:a16="http://schemas.microsoft.com/office/drawing/2014/main" id="{47757009-591F-BCA4-982E-9AAA54D3FA3A}"/>
                </a:ext>
              </a:extLst>
            </p:cNvPr>
            <p:cNvSpPr/>
            <p:nvPr/>
          </p:nvSpPr>
          <p:spPr>
            <a:xfrm>
              <a:off x="0" y="0"/>
              <a:ext cx="312987" cy="2976155"/>
            </a:xfrm>
            <a:custGeom>
              <a:avLst/>
              <a:gdLst/>
              <a:ahLst/>
              <a:cxnLst/>
              <a:rect l="l" t="t" r="r" b="b"/>
              <a:pathLst>
                <a:path w="312987" h="2976155" extrusionOk="0">
                  <a:moveTo>
                    <a:pt x="0" y="0"/>
                  </a:moveTo>
                  <a:lnTo>
                    <a:pt x="312987" y="0"/>
                  </a:lnTo>
                  <a:lnTo>
                    <a:pt x="312987" y="2976155"/>
                  </a:lnTo>
                  <a:lnTo>
                    <a:pt x="0" y="2976155"/>
                  </a:lnTo>
                  <a:close/>
                </a:path>
              </a:pathLst>
            </a:custGeom>
            <a:solidFill>
              <a:srgbClr val="244B93"/>
            </a:solidFill>
            <a:ln>
              <a:noFill/>
            </a:ln>
          </p:spPr>
        </p:sp>
        <p:sp>
          <p:nvSpPr>
            <p:cNvPr id="240" name="Google Shape;240;g3841cbad731_4_23">
              <a:extLst>
                <a:ext uri="{FF2B5EF4-FFF2-40B4-BE49-F238E27FC236}">
                  <a16:creationId xmlns:a16="http://schemas.microsoft.com/office/drawing/2014/main" id="{C8B00681-8400-E6D1-9E84-9D86539A1972}"/>
                </a:ext>
              </a:extLst>
            </p:cNvPr>
            <p:cNvSpPr txBox="1"/>
            <p:nvPr/>
          </p:nvSpPr>
          <p:spPr>
            <a:xfrm>
              <a:off x="0" y="-38100"/>
              <a:ext cx="312900" cy="30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841cbad731_4_23">
            <a:extLst>
              <a:ext uri="{FF2B5EF4-FFF2-40B4-BE49-F238E27FC236}">
                <a16:creationId xmlns:a16="http://schemas.microsoft.com/office/drawing/2014/main" id="{54013A4D-6D45-205E-8FC8-5003437664A3}"/>
              </a:ext>
            </a:extLst>
          </p:cNvPr>
          <p:cNvSpPr txBox="1"/>
          <p:nvPr/>
        </p:nvSpPr>
        <p:spPr>
          <a:xfrm>
            <a:off x="4365635" y="3765182"/>
            <a:ext cx="8367755" cy="20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66"/>
              <a:buFont typeface="Arial"/>
              <a:buNone/>
            </a:pP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Pregunta</a:t>
            </a:r>
            <a:r>
              <a:rPr lang="en-US" sz="4866" b="1" dirty="0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 de la </a:t>
            </a:r>
            <a:r>
              <a:rPr lang="en-US" sz="4866" b="1" dirty="0" err="1">
                <a:solidFill>
                  <a:srgbClr val="244B93"/>
                </a:solidFill>
                <a:latin typeface="Ultra"/>
                <a:ea typeface="Ultra"/>
                <a:cs typeface="Ultra"/>
                <a:sym typeface="Ultra"/>
              </a:rPr>
              <a:t>comicion</a:t>
            </a:r>
            <a:endParaRPr sz="4866" b="1" i="0" u="none" strike="noStrike" cap="none" dirty="0">
              <a:solidFill>
                <a:srgbClr val="244B93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242" name="Google Shape;242;g3841cbad731_4_23">
            <a:extLst>
              <a:ext uri="{FF2B5EF4-FFF2-40B4-BE49-F238E27FC236}">
                <a16:creationId xmlns:a16="http://schemas.microsoft.com/office/drawing/2014/main" id="{99E6C679-03DA-9FBE-DDE8-420DE4E6F5BE}"/>
              </a:ext>
            </a:extLst>
          </p:cNvPr>
          <p:cNvSpPr/>
          <p:nvPr/>
        </p:nvSpPr>
        <p:spPr>
          <a:xfrm>
            <a:off x="1350400" y="-1095979"/>
            <a:ext cx="3301969" cy="3301969"/>
          </a:xfrm>
          <a:custGeom>
            <a:avLst/>
            <a:gdLst/>
            <a:ahLst/>
            <a:cxnLst/>
            <a:rect l="l" t="t" r="r" b="b"/>
            <a:pathLst>
              <a:path w="3301969" h="3301969" extrusionOk="0">
                <a:moveTo>
                  <a:pt x="0" y="0"/>
                </a:moveTo>
                <a:lnTo>
                  <a:pt x="3301969" y="0"/>
                </a:lnTo>
                <a:lnTo>
                  <a:pt x="3301969" y="3301969"/>
                </a:lnTo>
                <a:lnTo>
                  <a:pt x="0" y="3301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g3841cbad731_4_23">
            <a:extLst>
              <a:ext uri="{FF2B5EF4-FFF2-40B4-BE49-F238E27FC236}">
                <a16:creationId xmlns:a16="http://schemas.microsoft.com/office/drawing/2014/main" id="{7624BB92-BEEF-7AAD-A285-09CBF05BAD51}"/>
              </a:ext>
            </a:extLst>
          </p:cNvPr>
          <p:cNvSpPr/>
          <p:nvPr/>
        </p:nvSpPr>
        <p:spPr>
          <a:xfrm>
            <a:off x="13701592" y="-547833"/>
            <a:ext cx="3744147" cy="2888342"/>
          </a:xfrm>
          <a:custGeom>
            <a:avLst/>
            <a:gdLst/>
            <a:ahLst/>
            <a:cxnLst/>
            <a:rect l="l" t="t" r="r" b="b"/>
            <a:pathLst>
              <a:path w="3744147" h="2888342" extrusionOk="0">
                <a:moveTo>
                  <a:pt x="0" y="0"/>
                </a:moveTo>
                <a:lnTo>
                  <a:pt x="3744146" y="0"/>
                </a:lnTo>
                <a:lnTo>
                  <a:pt x="3744146" y="2888342"/>
                </a:lnTo>
                <a:lnTo>
                  <a:pt x="0" y="2888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6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4" name="Google Shape;244;g3841cbad731_4_23">
            <a:extLst>
              <a:ext uri="{FF2B5EF4-FFF2-40B4-BE49-F238E27FC236}">
                <a16:creationId xmlns:a16="http://schemas.microsoft.com/office/drawing/2014/main" id="{37E3D8CE-C7CB-1BCD-17AC-AAB8342233FC}"/>
              </a:ext>
            </a:extLst>
          </p:cNvPr>
          <p:cNvGrpSpPr/>
          <p:nvPr/>
        </p:nvGrpSpPr>
        <p:grpSpPr>
          <a:xfrm>
            <a:off x="0" y="9523652"/>
            <a:ext cx="17099435" cy="933252"/>
            <a:chOff x="0" y="-38100"/>
            <a:chExt cx="4810915" cy="252900"/>
          </a:xfrm>
        </p:grpSpPr>
        <p:sp>
          <p:nvSpPr>
            <p:cNvPr id="245" name="Google Shape;245;g3841cbad731_4_23">
              <a:extLst>
                <a:ext uri="{FF2B5EF4-FFF2-40B4-BE49-F238E27FC236}">
                  <a16:creationId xmlns:a16="http://schemas.microsoft.com/office/drawing/2014/main" id="{DF9EA964-723A-13F7-5D54-872033E2FFCE}"/>
                </a:ext>
              </a:extLst>
            </p:cNvPr>
            <p:cNvSpPr/>
            <p:nvPr/>
          </p:nvSpPr>
          <p:spPr>
            <a:xfrm>
              <a:off x="0" y="0"/>
              <a:ext cx="4810915" cy="214749"/>
            </a:xfrm>
            <a:custGeom>
              <a:avLst/>
              <a:gdLst/>
              <a:ahLst/>
              <a:cxnLst/>
              <a:rect l="l" t="t" r="r" b="b"/>
              <a:pathLst>
                <a:path w="4810915" h="214749" extrusionOk="0">
                  <a:moveTo>
                    <a:pt x="0" y="0"/>
                  </a:moveTo>
                  <a:lnTo>
                    <a:pt x="4810915" y="0"/>
                  </a:lnTo>
                  <a:lnTo>
                    <a:pt x="4810915" y="214749"/>
                  </a:lnTo>
                  <a:lnTo>
                    <a:pt x="0" y="214749"/>
                  </a:lnTo>
                  <a:close/>
                </a:path>
              </a:pathLst>
            </a:custGeom>
            <a:solidFill>
              <a:srgbClr val="E22F13"/>
            </a:solidFill>
            <a:ln>
              <a:noFill/>
            </a:ln>
          </p:spPr>
        </p:sp>
        <p:sp>
          <p:nvSpPr>
            <p:cNvPr id="246" name="Google Shape;246;g3841cbad731_4_23">
              <a:extLst>
                <a:ext uri="{FF2B5EF4-FFF2-40B4-BE49-F238E27FC236}">
                  <a16:creationId xmlns:a16="http://schemas.microsoft.com/office/drawing/2014/main" id="{F6327B27-6010-58C5-35DB-A7BE1E5100C6}"/>
                </a:ext>
              </a:extLst>
            </p:cNvPr>
            <p:cNvSpPr txBox="1"/>
            <p:nvPr/>
          </p:nvSpPr>
          <p:spPr>
            <a:xfrm>
              <a:off x="0" y="-38100"/>
              <a:ext cx="48108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9599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78</Words>
  <Application>Microsoft Office PowerPoint</Application>
  <PresentationFormat>Personalizado</PresentationFormat>
  <Paragraphs>24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Ultra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gallardo silva</cp:lastModifiedBy>
  <cp:revision>2</cp:revision>
  <dcterms:created xsi:type="dcterms:W3CDTF">2006-08-16T00:00:00Z</dcterms:created>
  <dcterms:modified xsi:type="dcterms:W3CDTF">2025-11-20T00:39:29Z</dcterms:modified>
</cp:coreProperties>
</file>